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20"/>
  </p:notesMasterIdLst>
  <p:sldIdLst>
    <p:sldId id="1234" r:id="rId2"/>
    <p:sldId id="1221" r:id="rId3"/>
    <p:sldId id="534" r:id="rId4"/>
    <p:sldId id="533" r:id="rId5"/>
    <p:sldId id="416" r:id="rId6"/>
    <p:sldId id="532" r:id="rId7"/>
    <p:sldId id="536" r:id="rId8"/>
    <p:sldId id="463" r:id="rId9"/>
    <p:sldId id="468" r:id="rId10"/>
    <p:sldId id="535" r:id="rId11"/>
    <p:sldId id="442" r:id="rId12"/>
    <p:sldId id="443" r:id="rId13"/>
    <p:sldId id="444" r:id="rId14"/>
    <p:sldId id="469" r:id="rId15"/>
    <p:sldId id="465" r:id="rId16"/>
    <p:sldId id="439" r:id="rId17"/>
    <p:sldId id="464" r:id="rId18"/>
    <p:sldId id="466"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FF00FF"/>
    <a:srgbClr val="FF0000"/>
    <a:srgbClr val="990099"/>
    <a:srgbClr val="00FF66"/>
    <a:srgbClr val="99CC00"/>
    <a:srgbClr val="9999CC"/>
    <a:srgbClr val="99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59"/>
    <p:restoredTop sz="87394"/>
  </p:normalViewPr>
  <p:slideViewPr>
    <p:cSldViewPr snapToGrid="0" snapToObjects="1">
      <p:cViewPr varScale="1">
        <p:scale>
          <a:sx n="58" d="100"/>
          <a:sy n="58" d="100"/>
        </p:scale>
        <p:origin x="1684" y="5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a:schemeClr val="accent2"/>
      <a:schemeClr val="accent3"/>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317F11-1656-4F93-B446-E73642D66116}"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194273C-4442-4779-B263-1DF17BD3D926}">
      <dgm:prSet/>
      <dgm:spPr/>
      <dgm:t>
        <a:bodyPr/>
        <a:lstStyle/>
        <a:p>
          <a:pPr>
            <a:lnSpc>
              <a:spcPct val="100000"/>
            </a:lnSpc>
          </a:pPr>
          <a:r>
            <a:rPr lang="en-US" b="1" dirty="0"/>
            <a:t>Date – 23rd Jan 2024</a:t>
          </a:r>
          <a:endParaRPr lang="en-US" dirty="0"/>
        </a:p>
      </dgm:t>
    </dgm:pt>
    <dgm:pt modelId="{7689954E-4E50-4457-B62D-AC51DBD09677}" type="parTrans" cxnId="{D3310ECC-A254-4CB4-B100-358D4B0A0EA6}">
      <dgm:prSet/>
      <dgm:spPr/>
      <dgm:t>
        <a:bodyPr/>
        <a:lstStyle/>
        <a:p>
          <a:endParaRPr lang="en-US"/>
        </a:p>
      </dgm:t>
    </dgm:pt>
    <dgm:pt modelId="{49670928-CCF7-4F84-AE0A-03D3EAEB1AF2}" type="sibTrans" cxnId="{D3310ECC-A254-4CB4-B100-358D4B0A0EA6}">
      <dgm:prSet/>
      <dgm:spPr/>
      <dgm:t>
        <a:bodyPr/>
        <a:lstStyle/>
        <a:p>
          <a:endParaRPr lang="en-US"/>
        </a:p>
      </dgm:t>
    </dgm:pt>
    <dgm:pt modelId="{C775C65E-B25B-4EDA-A884-5630975B65AD}">
      <dgm:prSet/>
      <dgm:spPr/>
      <dgm:t>
        <a:bodyPr/>
        <a:lstStyle/>
        <a:p>
          <a:pPr>
            <a:lnSpc>
              <a:spcPct val="100000"/>
            </a:lnSpc>
          </a:pPr>
          <a:r>
            <a:rPr lang="en-US" b="1" dirty="0"/>
            <a:t>Trainer – Niranjan Dive</a:t>
          </a:r>
          <a:endParaRPr lang="en-US" dirty="0"/>
        </a:p>
      </dgm:t>
    </dgm:pt>
    <dgm:pt modelId="{662B43C6-DF22-48A8-A15F-C86C4A54CE92}" type="parTrans" cxnId="{64357505-7B1A-46D3-954B-6CEA3C6963ED}">
      <dgm:prSet/>
      <dgm:spPr/>
      <dgm:t>
        <a:bodyPr/>
        <a:lstStyle/>
        <a:p>
          <a:endParaRPr lang="en-US"/>
        </a:p>
      </dgm:t>
    </dgm:pt>
    <dgm:pt modelId="{3C1DC5D9-823C-49E5-9060-32DED79E5A7A}" type="sibTrans" cxnId="{64357505-7B1A-46D3-954B-6CEA3C6963ED}">
      <dgm:prSet/>
      <dgm:spPr/>
      <dgm:t>
        <a:bodyPr/>
        <a:lstStyle/>
        <a:p>
          <a:endParaRPr lang="en-US"/>
        </a:p>
      </dgm:t>
    </dgm:pt>
    <dgm:pt modelId="{F21E6665-5B0B-4640-B37C-9CF620283681}" type="pres">
      <dgm:prSet presAssocID="{FC317F11-1656-4F93-B446-E73642D66116}" presName="root" presStyleCnt="0">
        <dgm:presLayoutVars>
          <dgm:dir/>
          <dgm:resizeHandles val="exact"/>
        </dgm:presLayoutVars>
      </dgm:prSet>
      <dgm:spPr/>
    </dgm:pt>
    <dgm:pt modelId="{E99CE114-F147-4F3F-8091-4592DF4415F5}" type="pres">
      <dgm:prSet presAssocID="{D194273C-4442-4779-B263-1DF17BD3D926}" presName="compNode" presStyleCnt="0"/>
      <dgm:spPr/>
    </dgm:pt>
    <dgm:pt modelId="{1A74CE16-6130-48D2-B609-29D57CF97EB4}" type="pres">
      <dgm:prSet presAssocID="{D194273C-4442-4779-B263-1DF17BD3D92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ip Calendar"/>
        </a:ext>
      </dgm:extLst>
    </dgm:pt>
    <dgm:pt modelId="{1EEF940E-2B41-48E4-B728-C30BD8DCEA6E}" type="pres">
      <dgm:prSet presAssocID="{D194273C-4442-4779-B263-1DF17BD3D926}" presName="spaceRect" presStyleCnt="0"/>
      <dgm:spPr/>
    </dgm:pt>
    <dgm:pt modelId="{AD7A4639-5D26-47E6-A3B3-3A5EE6997AA2}" type="pres">
      <dgm:prSet presAssocID="{D194273C-4442-4779-B263-1DF17BD3D926}" presName="textRect" presStyleLbl="revTx" presStyleIdx="0" presStyleCnt="2">
        <dgm:presLayoutVars>
          <dgm:chMax val="1"/>
          <dgm:chPref val="1"/>
        </dgm:presLayoutVars>
      </dgm:prSet>
      <dgm:spPr/>
    </dgm:pt>
    <dgm:pt modelId="{7B3F1BCD-183E-4EFB-993F-077A063A082F}" type="pres">
      <dgm:prSet presAssocID="{49670928-CCF7-4F84-AE0A-03D3EAEB1AF2}" presName="sibTrans" presStyleCnt="0"/>
      <dgm:spPr/>
    </dgm:pt>
    <dgm:pt modelId="{94DD0B99-B709-4C35-9D23-9E9D670D79AB}" type="pres">
      <dgm:prSet presAssocID="{C775C65E-B25B-4EDA-A884-5630975B65AD}" presName="compNode" presStyleCnt="0"/>
      <dgm:spPr/>
    </dgm:pt>
    <dgm:pt modelId="{A3C2553A-C0B6-44F2-95DB-6B379C1484E7}" type="pres">
      <dgm:prSet presAssocID="{C775C65E-B25B-4EDA-A884-5630975B65A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icrophone"/>
        </a:ext>
      </dgm:extLst>
    </dgm:pt>
    <dgm:pt modelId="{1A053FB5-2316-4206-8249-ED11C3E69F1F}" type="pres">
      <dgm:prSet presAssocID="{C775C65E-B25B-4EDA-A884-5630975B65AD}" presName="spaceRect" presStyleCnt="0"/>
      <dgm:spPr/>
    </dgm:pt>
    <dgm:pt modelId="{5313F69A-91A6-498C-B552-7D57453FD36D}" type="pres">
      <dgm:prSet presAssocID="{C775C65E-B25B-4EDA-A884-5630975B65AD}" presName="textRect" presStyleLbl="revTx" presStyleIdx="1" presStyleCnt="2">
        <dgm:presLayoutVars>
          <dgm:chMax val="1"/>
          <dgm:chPref val="1"/>
        </dgm:presLayoutVars>
      </dgm:prSet>
      <dgm:spPr/>
    </dgm:pt>
  </dgm:ptLst>
  <dgm:cxnLst>
    <dgm:cxn modelId="{FBB8E204-D790-446D-9E26-338893E45EAF}" type="presOf" srcId="{C775C65E-B25B-4EDA-A884-5630975B65AD}" destId="{5313F69A-91A6-498C-B552-7D57453FD36D}" srcOrd="0" destOrd="0" presId="urn:microsoft.com/office/officeart/2018/2/layout/IconLabelList"/>
    <dgm:cxn modelId="{64357505-7B1A-46D3-954B-6CEA3C6963ED}" srcId="{FC317F11-1656-4F93-B446-E73642D66116}" destId="{C775C65E-B25B-4EDA-A884-5630975B65AD}" srcOrd="1" destOrd="0" parTransId="{662B43C6-DF22-48A8-A15F-C86C4A54CE92}" sibTransId="{3C1DC5D9-823C-49E5-9060-32DED79E5A7A}"/>
    <dgm:cxn modelId="{201CFF22-F20C-409F-969C-1F64EC520126}" type="presOf" srcId="{FC317F11-1656-4F93-B446-E73642D66116}" destId="{F21E6665-5B0B-4640-B37C-9CF620283681}" srcOrd="0" destOrd="0" presId="urn:microsoft.com/office/officeart/2018/2/layout/IconLabelList"/>
    <dgm:cxn modelId="{341A178F-2994-404B-9269-34E527368FDC}" type="presOf" srcId="{D194273C-4442-4779-B263-1DF17BD3D926}" destId="{AD7A4639-5D26-47E6-A3B3-3A5EE6997AA2}" srcOrd="0" destOrd="0" presId="urn:microsoft.com/office/officeart/2018/2/layout/IconLabelList"/>
    <dgm:cxn modelId="{D3310ECC-A254-4CB4-B100-358D4B0A0EA6}" srcId="{FC317F11-1656-4F93-B446-E73642D66116}" destId="{D194273C-4442-4779-B263-1DF17BD3D926}" srcOrd="0" destOrd="0" parTransId="{7689954E-4E50-4457-B62D-AC51DBD09677}" sibTransId="{49670928-CCF7-4F84-AE0A-03D3EAEB1AF2}"/>
    <dgm:cxn modelId="{CD90FE24-5DC0-498F-A9E9-F278CE64F7D3}" type="presParOf" srcId="{F21E6665-5B0B-4640-B37C-9CF620283681}" destId="{E99CE114-F147-4F3F-8091-4592DF4415F5}" srcOrd="0" destOrd="0" presId="urn:microsoft.com/office/officeart/2018/2/layout/IconLabelList"/>
    <dgm:cxn modelId="{04B71758-2064-4489-8778-11A144067B41}" type="presParOf" srcId="{E99CE114-F147-4F3F-8091-4592DF4415F5}" destId="{1A74CE16-6130-48D2-B609-29D57CF97EB4}" srcOrd="0" destOrd="0" presId="urn:microsoft.com/office/officeart/2018/2/layout/IconLabelList"/>
    <dgm:cxn modelId="{1EAFDF73-6EB5-4B6F-B962-54D0DA0C63A3}" type="presParOf" srcId="{E99CE114-F147-4F3F-8091-4592DF4415F5}" destId="{1EEF940E-2B41-48E4-B728-C30BD8DCEA6E}" srcOrd="1" destOrd="0" presId="urn:microsoft.com/office/officeart/2018/2/layout/IconLabelList"/>
    <dgm:cxn modelId="{47073A43-44A2-4D64-BE7A-7463805B0FE4}" type="presParOf" srcId="{E99CE114-F147-4F3F-8091-4592DF4415F5}" destId="{AD7A4639-5D26-47E6-A3B3-3A5EE6997AA2}" srcOrd="2" destOrd="0" presId="urn:microsoft.com/office/officeart/2018/2/layout/IconLabelList"/>
    <dgm:cxn modelId="{46D2F5FB-3EB1-4BD6-84FD-33DB9E234A02}" type="presParOf" srcId="{F21E6665-5B0B-4640-B37C-9CF620283681}" destId="{7B3F1BCD-183E-4EFB-993F-077A063A082F}" srcOrd="1" destOrd="0" presId="urn:microsoft.com/office/officeart/2018/2/layout/IconLabelList"/>
    <dgm:cxn modelId="{EFCAD783-6A2D-4A4C-8496-BA5B3BDC82B2}" type="presParOf" srcId="{F21E6665-5B0B-4640-B37C-9CF620283681}" destId="{94DD0B99-B709-4C35-9D23-9E9D670D79AB}" srcOrd="2" destOrd="0" presId="urn:microsoft.com/office/officeart/2018/2/layout/IconLabelList"/>
    <dgm:cxn modelId="{B523F2DD-AA12-47F1-9DB9-D91337B6BC51}" type="presParOf" srcId="{94DD0B99-B709-4C35-9D23-9E9D670D79AB}" destId="{A3C2553A-C0B6-44F2-95DB-6B379C1484E7}" srcOrd="0" destOrd="0" presId="urn:microsoft.com/office/officeart/2018/2/layout/IconLabelList"/>
    <dgm:cxn modelId="{E1DBAD53-E626-4CE2-9137-CC8E6E388A38}" type="presParOf" srcId="{94DD0B99-B709-4C35-9D23-9E9D670D79AB}" destId="{1A053FB5-2316-4206-8249-ED11C3E69F1F}" srcOrd="1" destOrd="0" presId="urn:microsoft.com/office/officeart/2018/2/layout/IconLabelList"/>
    <dgm:cxn modelId="{25461D45-4B86-4704-9F99-D0B1521188C3}" type="presParOf" srcId="{94DD0B99-B709-4C35-9D23-9E9D670D79AB}" destId="{5313F69A-91A6-498C-B552-7D57453FD36D}"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6FA03C-B12B-4E7A-9D39-27F8C4BDE718}" type="doc">
      <dgm:prSet loTypeId="urn:microsoft.com/office/officeart/2018/2/layout/IconVerticalSolidList" loCatId="icon" qsTypeId="urn:microsoft.com/office/officeart/2005/8/quickstyle/simple1" qsCatId="simple" csTypeId="urn:microsoft.com/office/officeart/2018/5/colors/Iconchunking_neutralicontext_colorful2" csCatId="colorful" phldr="1"/>
      <dgm:spPr/>
      <dgm:t>
        <a:bodyPr/>
        <a:lstStyle/>
        <a:p>
          <a:endParaRPr lang="en-US"/>
        </a:p>
      </dgm:t>
    </dgm:pt>
    <dgm:pt modelId="{DA0F7A79-17EC-40D5-827F-488B20B28290}">
      <dgm:prSet/>
      <dgm:spPr/>
      <dgm:t>
        <a:bodyPr/>
        <a:lstStyle/>
        <a:p>
          <a:r>
            <a:rPr lang="en-US" dirty="0"/>
            <a:t>Help you track/manage/distribute revisions</a:t>
          </a:r>
        </a:p>
      </dgm:t>
    </dgm:pt>
    <dgm:pt modelId="{52C887A4-3E1F-4F92-9396-732022C8E4EB}" type="parTrans" cxnId="{646FAD8A-4D30-4624-8A01-D4AEEA981214}">
      <dgm:prSet/>
      <dgm:spPr/>
      <dgm:t>
        <a:bodyPr/>
        <a:lstStyle/>
        <a:p>
          <a:endParaRPr lang="en-US"/>
        </a:p>
      </dgm:t>
    </dgm:pt>
    <dgm:pt modelId="{02AD2266-4296-4B7A-AB7E-053FDC3C4B6C}" type="sibTrans" cxnId="{646FAD8A-4D30-4624-8A01-D4AEEA981214}">
      <dgm:prSet/>
      <dgm:spPr/>
      <dgm:t>
        <a:bodyPr/>
        <a:lstStyle/>
        <a:p>
          <a:endParaRPr lang="en-US"/>
        </a:p>
      </dgm:t>
    </dgm:pt>
    <dgm:pt modelId="{8FFF13D9-555F-483F-A7B3-03F54FCF3A4C}">
      <dgm:prSet/>
      <dgm:spPr/>
      <dgm:t>
        <a:bodyPr/>
        <a:lstStyle/>
        <a:p>
          <a:r>
            <a:rPr lang="en-US"/>
            <a:t>Standard in modern development</a:t>
          </a:r>
        </a:p>
      </dgm:t>
    </dgm:pt>
    <dgm:pt modelId="{DA5B3A2C-8CB3-4DA3-801D-91444815AFD6}" type="parTrans" cxnId="{0DE185FF-5EC1-49EF-BDC4-914760BBC450}">
      <dgm:prSet/>
      <dgm:spPr/>
      <dgm:t>
        <a:bodyPr/>
        <a:lstStyle/>
        <a:p>
          <a:endParaRPr lang="en-US"/>
        </a:p>
      </dgm:t>
    </dgm:pt>
    <dgm:pt modelId="{CE9F8B92-D83E-4DDF-ADD5-0E257E12442B}" type="sibTrans" cxnId="{0DE185FF-5EC1-49EF-BDC4-914760BBC450}">
      <dgm:prSet/>
      <dgm:spPr/>
      <dgm:t>
        <a:bodyPr/>
        <a:lstStyle/>
        <a:p>
          <a:endParaRPr lang="en-US"/>
        </a:p>
      </dgm:t>
    </dgm:pt>
    <dgm:pt modelId="{7ED57AFC-3BB9-471C-BD91-2981B92BCA2F}">
      <dgm:prSet/>
      <dgm:spPr/>
      <dgm:t>
        <a:bodyPr/>
        <a:lstStyle/>
        <a:p>
          <a:r>
            <a:rPr lang="en-US"/>
            <a:t>Examples:</a:t>
          </a:r>
        </a:p>
      </dgm:t>
    </dgm:pt>
    <dgm:pt modelId="{CBBEC2B8-AB7A-4910-9199-BF326FB31FE1}" type="parTrans" cxnId="{3BC99134-A96E-43C5-A21F-97D43F702BA2}">
      <dgm:prSet/>
      <dgm:spPr/>
      <dgm:t>
        <a:bodyPr/>
        <a:lstStyle/>
        <a:p>
          <a:endParaRPr lang="en-US"/>
        </a:p>
      </dgm:t>
    </dgm:pt>
    <dgm:pt modelId="{89ABCFB6-85F0-4BAF-ADBB-812E7556325F}" type="sibTrans" cxnId="{3BC99134-A96E-43C5-A21F-97D43F702BA2}">
      <dgm:prSet/>
      <dgm:spPr/>
      <dgm:t>
        <a:bodyPr/>
        <a:lstStyle/>
        <a:p>
          <a:endParaRPr lang="en-US"/>
        </a:p>
      </dgm:t>
    </dgm:pt>
    <dgm:pt modelId="{D8ED72B7-5EC6-4781-A838-0E373A55F7AA}">
      <dgm:prSet custT="1"/>
      <dgm:spPr/>
      <dgm:t>
        <a:bodyPr/>
        <a:lstStyle/>
        <a:p>
          <a:r>
            <a:rPr lang="en-US" sz="1400" dirty="0"/>
            <a:t>Revision Control System (RCS)</a:t>
          </a:r>
        </a:p>
      </dgm:t>
    </dgm:pt>
    <dgm:pt modelId="{2180519C-476A-4A37-BB43-094224C740B4}" type="parTrans" cxnId="{AE5E5469-51C4-4E2A-9FD4-18CCBE4F4C25}">
      <dgm:prSet/>
      <dgm:spPr/>
      <dgm:t>
        <a:bodyPr/>
        <a:lstStyle/>
        <a:p>
          <a:endParaRPr lang="en-US"/>
        </a:p>
      </dgm:t>
    </dgm:pt>
    <dgm:pt modelId="{D11762E6-9243-48DB-B16B-6EFCA3FA989D}" type="sibTrans" cxnId="{AE5E5469-51C4-4E2A-9FD4-18CCBE4F4C25}">
      <dgm:prSet/>
      <dgm:spPr/>
      <dgm:t>
        <a:bodyPr/>
        <a:lstStyle/>
        <a:p>
          <a:endParaRPr lang="en-US"/>
        </a:p>
      </dgm:t>
    </dgm:pt>
    <dgm:pt modelId="{3058D330-AB7F-4CDF-B6D0-116C5045ADA8}">
      <dgm:prSet custT="1"/>
      <dgm:spPr/>
      <dgm:t>
        <a:bodyPr/>
        <a:lstStyle/>
        <a:p>
          <a:r>
            <a:rPr lang="en-US" sz="1400" dirty="0"/>
            <a:t>Concurrent Versions System (CVS)</a:t>
          </a:r>
        </a:p>
      </dgm:t>
    </dgm:pt>
    <dgm:pt modelId="{E88A40CC-045A-4217-891C-1D60B7A8206A}" type="parTrans" cxnId="{DEAA7748-FC9A-47D5-97C1-6C8D847E2625}">
      <dgm:prSet/>
      <dgm:spPr/>
      <dgm:t>
        <a:bodyPr/>
        <a:lstStyle/>
        <a:p>
          <a:endParaRPr lang="en-US"/>
        </a:p>
      </dgm:t>
    </dgm:pt>
    <dgm:pt modelId="{B5094732-F0BE-4D47-B627-C0AADD3ED7EA}" type="sibTrans" cxnId="{DEAA7748-FC9A-47D5-97C1-6C8D847E2625}">
      <dgm:prSet/>
      <dgm:spPr/>
      <dgm:t>
        <a:bodyPr/>
        <a:lstStyle/>
        <a:p>
          <a:endParaRPr lang="en-US"/>
        </a:p>
      </dgm:t>
    </dgm:pt>
    <dgm:pt modelId="{493D8B6B-8A58-4E71-BBDF-C7C011EBA06E}">
      <dgm:prSet custT="1"/>
      <dgm:spPr/>
      <dgm:t>
        <a:bodyPr/>
        <a:lstStyle/>
        <a:p>
          <a:r>
            <a:rPr lang="en-US" sz="1400" dirty="0"/>
            <a:t>Subversion (SVN)</a:t>
          </a:r>
        </a:p>
      </dgm:t>
    </dgm:pt>
    <dgm:pt modelId="{6F2340A7-AAFF-4984-8082-C81DD1F2F840}" type="parTrans" cxnId="{CE2344AF-6DDC-4FC0-8B77-47422A14CD87}">
      <dgm:prSet/>
      <dgm:spPr/>
      <dgm:t>
        <a:bodyPr/>
        <a:lstStyle/>
        <a:p>
          <a:endParaRPr lang="en-US"/>
        </a:p>
      </dgm:t>
    </dgm:pt>
    <dgm:pt modelId="{5E6F2C86-5DAC-45E0-B937-19A56119D906}" type="sibTrans" cxnId="{CE2344AF-6DDC-4FC0-8B77-47422A14CD87}">
      <dgm:prSet/>
      <dgm:spPr/>
      <dgm:t>
        <a:bodyPr/>
        <a:lstStyle/>
        <a:p>
          <a:endParaRPr lang="en-US"/>
        </a:p>
      </dgm:t>
    </dgm:pt>
    <dgm:pt modelId="{7A4A8D01-03D9-46AF-B577-84A9EC0858EC}">
      <dgm:prSet custT="1"/>
      <dgm:spPr/>
      <dgm:t>
        <a:bodyPr/>
        <a:lstStyle/>
        <a:p>
          <a:r>
            <a:rPr lang="en-US" sz="1400" b="1" u="sng" dirty="0">
              <a:solidFill>
                <a:srgbClr val="FF0000"/>
              </a:solidFill>
            </a:rPr>
            <a:t>Git</a:t>
          </a:r>
        </a:p>
      </dgm:t>
    </dgm:pt>
    <dgm:pt modelId="{5E633D69-8E4E-48D6-A761-FA7BB2DD3264}" type="parTrans" cxnId="{0F1105C9-5086-46B5-B1B4-1CD86C1F4B04}">
      <dgm:prSet/>
      <dgm:spPr/>
      <dgm:t>
        <a:bodyPr/>
        <a:lstStyle/>
        <a:p>
          <a:endParaRPr lang="en-US"/>
        </a:p>
      </dgm:t>
    </dgm:pt>
    <dgm:pt modelId="{28EA99CA-968D-4F42-903A-FAFA539A2CE3}" type="sibTrans" cxnId="{0F1105C9-5086-46B5-B1B4-1CD86C1F4B04}">
      <dgm:prSet/>
      <dgm:spPr/>
      <dgm:t>
        <a:bodyPr/>
        <a:lstStyle/>
        <a:p>
          <a:endParaRPr lang="en-US"/>
        </a:p>
      </dgm:t>
    </dgm:pt>
    <dgm:pt modelId="{2C1D3364-AD2F-4683-ABF8-3B00643C6653}" type="pres">
      <dgm:prSet presAssocID="{A16FA03C-B12B-4E7A-9D39-27F8C4BDE718}" presName="root" presStyleCnt="0">
        <dgm:presLayoutVars>
          <dgm:dir/>
          <dgm:resizeHandles val="exact"/>
        </dgm:presLayoutVars>
      </dgm:prSet>
      <dgm:spPr/>
    </dgm:pt>
    <dgm:pt modelId="{BAC225B9-185A-424B-BBEF-ECD0CB204A01}" type="pres">
      <dgm:prSet presAssocID="{DA0F7A79-17EC-40D5-827F-488B20B28290}" presName="compNode" presStyleCnt="0"/>
      <dgm:spPr/>
    </dgm:pt>
    <dgm:pt modelId="{977F7FB2-45CB-4260-B106-BD5507FA88F8}" type="pres">
      <dgm:prSet presAssocID="{DA0F7A79-17EC-40D5-827F-488B20B28290}" presName="bgRect" presStyleLbl="bgShp" presStyleIdx="0" presStyleCnt="3"/>
      <dgm:spPr/>
    </dgm:pt>
    <dgm:pt modelId="{27D15B2F-7114-4620-AA35-B4642D6AAC40}" type="pres">
      <dgm:prSet presAssocID="{DA0F7A79-17EC-40D5-827F-488B20B2829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aper"/>
        </a:ext>
      </dgm:extLst>
    </dgm:pt>
    <dgm:pt modelId="{86F4C074-CC72-496D-9EE3-9B93199B4566}" type="pres">
      <dgm:prSet presAssocID="{DA0F7A79-17EC-40D5-827F-488B20B28290}" presName="spaceRect" presStyleCnt="0"/>
      <dgm:spPr/>
    </dgm:pt>
    <dgm:pt modelId="{BD366B60-7EBD-4471-A8FE-EBEA9CFBAA98}" type="pres">
      <dgm:prSet presAssocID="{DA0F7A79-17EC-40D5-827F-488B20B28290}" presName="parTx" presStyleLbl="revTx" presStyleIdx="0" presStyleCnt="4">
        <dgm:presLayoutVars>
          <dgm:chMax val="0"/>
          <dgm:chPref val="0"/>
        </dgm:presLayoutVars>
      </dgm:prSet>
      <dgm:spPr/>
    </dgm:pt>
    <dgm:pt modelId="{0C614EF0-739B-4DBE-B9B8-F3AC69DEB432}" type="pres">
      <dgm:prSet presAssocID="{02AD2266-4296-4B7A-AB7E-053FDC3C4B6C}" presName="sibTrans" presStyleCnt="0"/>
      <dgm:spPr/>
    </dgm:pt>
    <dgm:pt modelId="{9F7C0C37-AE28-4669-839E-E60C95BB347C}" type="pres">
      <dgm:prSet presAssocID="{8FFF13D9-555F-483F-A7B3-03F54FCF3A4C}" presName="compNode" presStyleCnt="0"/>
      <dgm:spPr/>
    </dgm:pt>
    <dgm:pt modelId="{156C7072-EDD1-484C-8F63-B00AFEA8ADF5}" type="pres">
      <dgm:prSet presAssocID="{8FFF13D9-555F-483F-A7B3-03F54FCF3A4C}" presName="bgRect" presStyleLbl="bgShp" presStyleIdx="1" presStyleCnt="3"/>
      <dgm:spPr/>
    </dgm:pt>
    <dgm:pt modelId="{242CEF74-637A-4756-8224-B513097DEA99}" type="pres">
      <dgm:prSet presAssocID="{8FFF13D9-555F-483F-A7B3-03F54FCF3A4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DB0740CA-DCA3-4185-9FD8-E24E128174B8}" type="pres">
      <dgm:prSet presAssocID="{8FFF13D9-555F-483F-A7B3-03F54FCF3A4C}" presName="spaceRect" presStyleCnt="0"/>
      <dgm:spPr/>
    </dgm:pt>
    <dgm:pt modelId="{4127FB3D-2C88-478E-8113-0F0B0B3D116A}" type="pres">
      <dgm:prSet presAssocID="{8FFF13D9-555F-483F-A7B3-03F54FCF3A4C}" presName="parTx" presStyleLbl="revTx" presStyleIdx="1" presStyleCnt="4">
        <dgm:presLayoutVars>
          <dgm:chMax val="0"/>
          <dgm:chPref val="0"/>
        </dgm:presLayoutVars>
      </dgm:prSet>
      <dgm:spPr/>
    </dgm:pt>
    <dgm:pt modelId="{EACAB11A-6F2A-467B-8635-8AC81E975401}" type="pres">
      <dgm:prSet presAssocID="{CE9F8B92-D83E-4DDF-ADD5-0E257E12442B}" presName="sibTrans" presStyleCnt="0"/>
      <dgm:spPr/>
    </dgm:pt>
    <dgm:pt modelId="{32E42A50-D0E5-4859-8083-422D978852E5}" type="pres">
      <dgm:prSet presAssocID="{7ED57AFC-3BB9-471C-BD91-2981B92BCA2F}" presName="compNode" presStyleCnt="0"/>
      <dgm:spPr/>
    </dgm:pt>
    <dgm:pt modelId="{DF42B44B-0FDB-4944-9523-6EF4DC719549}" type="pres">
      <dgm:prSet presAssocID="{7ED57AFC-3BB9-471C-BD91-2981B92BCA2F}" presName="bgRect" presStyleLbl="bgShp" presStyleIdx="2" presStyleCnt="3"/>
      <dgm:spPr/>
    </dgm:pt>
    <dgm:pt modelId="{B1F21DB3-960A-4835-8D99-673373720681}" type="pres">
      <dgm:prSet presAssocID="{7ED57AFC-3BB9-471C-BD91-2981B92BCA2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grammer"/>
        </a:ext>
      </dgm:extLst>
    </dgm:pt>
    <dgm:pt modelId="{6E710F2A-DD78-4B8D-9A40-9C91FB53B1AF}" type="pres">
      <dgm:prSet presAssocID="{7ED57AFC-3BB9-471C-BD91-2981B92BCA2F}" presName="spaceRect" presStyleCnt="0"/>
      <dgm:spPr/>
    </dgm:pt>
    <dgm:pt modelId="{08D6BC17-920E-4011-A22F-B8CC88954C86}" type="pres">
      <dgm:prSet presAssocID="{7ED57AFC-3BB9-471C-BD91-2981B92BCA2F}" presName="parTx" presStyleLbl="revTx" presStyleIdx="2" presStyleCnt="4">
        <dgm:presLayoutVars>
          <dgm:chMax val="0"/>
          <dgm:chPref val="0"/>
        </dgm:presLayoutVars>
      </dgm:prSet>
      <dgm:spPr/>
    </dgm:pt>
    <dgm:pt modelId="{C492757A-DAFF-48C1-874B-FB2DABBD816A}" type="pres">
      <dgm:prSet presAssocID="{7ED57AFC-3BB9-471C-BD91-2981B92BCA2F}" presName="desTx" presStyleLbl="revTx" presStyleIdx="3" presStyleCnt="4" custScaleX="105983">
        <dgm:presLayoutVars/>
      </dgm:prSet>
      <dgm:spPr/>
    </dgm:pt>
  </dgm:ptLst>
  <dgm:cxnLst>
    <dgm:cxn modelId="{99F1900B-39B5-4F50-ABB2-7136E291EAF6}" type="presOf" srcId="{DA0F7A79-17EC-40D5-827F-488B20B28290}" destId="{BD366B60-7EBD-4471-A8FE-EBEA9CFBAA98}" srcOrd="0" destOrd="0" presId="urn:microsoft.com/office/officeart/2018/2/layout/IconVerticalSolidList"/>
    <dgm:cxn modelId="{097C0F2F-0A6D-4C9F-9C39-74CF087612C0}" type="presOf" srcId="{8FFF13D9-555F-483F-A7B3-03F54FCF3A4C}" destId="{4127FB3D-2C88-478E-8113-0F0B0B3D116A}" srcOrd="0" destOrd="0" presId="urn:microsoft.com/office/officeart/2018/2/layout/IconVerticalSolidList"/>
    <dgm:cxn modelId="{3BC99134-A96E-43C5-A21F-97D43F702BA2}" srcId="{A16FA03C-B12B-4E7A-9D39-27F8C4BDE718}" destId="{7ED57AFC-3BB9-471C-BD91-2981B92BCA2F}" srcOrd="2" destOrd="0" parTransId="{CBBEC2B8-AB7A-4910-9199-BF326FB31FE1}" sibTransId="{89ABCFB6-85F0-4BAF-ADBB-812E7556325F}"/>
    <dgm:cxn modelId="{1543C638-A4D9-4EED-B012-DE1B03ADA948}" type="presOf" srcId="{7ED57AFC-3BB9-471C-BD91-2981B92BCA2F}" destId="{08D6BC17-920E-4011-A22F-B8CC88954C86}" srcOrd="0" destOrd="0" presId="urn:microsoft.com/office/officeart/2018/2/layout/IconVerticalSolidList"/>
    <dgm:cxn modelId="{BD67513C-0A1F-47B7-B3F3-9B7D93971AE0}" type="presOf" srcId="{D8ED72B7-5EC6-4781-A838-0E373A55F7AA}" destId="{C492757A-DAFF-48C1-874B-FB2DABBD816A}" srcOrd="0" destOrd="0" presId="urn:microsoft.com/office/officeart/2018/2/layout/IconVerticalSolidList"/>
    <dgm:cxn modelId="{DEAA7748-FC9A-47D5-97C1-6C8D847E2625}" srcId="{7ED57AFC-3BB9-471C-BD91-2981B92BCA2F}" destId="{3058D330-AB7F-4CDF-B6D0-116C5045ADA8}" srcOrd="1" destOrd="0" parTransId="{E88A40CC-045A-4217-891C-1D60B7A8206A}" sibTransId="{B5094732-F0BE-4D47-B627-C0AADD3ED7EA}"/>
    <dgm:cxn modelId="{AE5E5469-51C4-4E2A-9FD4-18CCBE4F4C25}" srcId="{7ED57AFC-3BB9-471C-BD91-2981B92BCA2F}" destId="{D8ED72B7-5EC6-4781-A838-0E373A55F7AA}" srcOrd="0" destOrd="0" parTransId="{2180519C-476A-4A37-BB43-094224C740B4}" sibTransId="{D11762E6-9243-48DB-B16B-6EFCA3FA989D}"/>
    <dgm:cxn modelId="{CCE72D7D-45E5-4AAE-817F-E050FD313357}" type="presOf" srcId="{493D8B6B-8A58-4E71-BBDF-C7C011EBA06E}" destId="{C492757A-DAFF-48C1-874B-FB2DABBD816A}" srcOrd="0" destOrd="2" presId="urn:microsoft.com/office/officeart/2018/2/layout/IconVerticalSolidList"/>
    <dgm:cxn modelId="{646FAD8A-4D30-4624-8A01-D4AEEA981214}" srcId="{A16FA03C-B12B-4E7A-9D39-27F8C4BDE718}" destId="{DA0F7A79-17EC-40D5-827F-488B20B28290}" srcOrd="0" destOrd="0" parTransId="{52C887A4-3E1F-4F92-9396-732022C8E4EB}" sibTransId="{02AD2266-4296-4B7A-AB7E-053FDC3C4B6C}"/>
    <dgm:cxn modelId="{8FB6FCA3-9DE4-406F-808C-287D6D33553A}" type="presOf" srcId="{7A4A8D01-03D9-46AF-B577-84A9EC0858EC}" destId="{C492757A-DAFF-48C1-874B-FB2DABBD816A}" srcOrd="0" destOrd="3" presId="urn:microsoft.com/office/officeart/2018/2/layout/IconVerticalSolidList"/>
    <dgm:cxn modelId="{CE2344AF-6DDC-4FC0-8B77-47422A14CD87}" srcId="{7ED57AFC-3BB9-471C-BD91-2981B92BCA2F}" destId="{493D8B6B-8A58-4E71-BBDF-C7C011EBA06E}" srcOrd="2" destOrd="0" parTransId="{6F2340A7-AAFF-4984-8082-C81DD1F2F840}" sibTransId="{5E6F2C86-5DAC-45E0-B937-19A56119D906}"/>
    <dgm:cxn modelId="{0F1105C9-5086-46B5-B1B4-1CD86C1F4B04}" srcId="{7ED57AFC-3BB9-471C-BD91-2981B92BCA2F}" destId="{7A4A8D01-03D9-46AF-B577-84A9EC0858EC}" srcOrd="3" destOrd="0" parTransId="{5E633D69-8E4E-48D6-A761-FA7BB2DD3264}" sibTransId="{28EA99CA-968D-4F42-903A-FAFA539A2CE3}"/>
    <dgm:cxn modelId="{AB6F84C9-9DC4-4766-B8A6-CB2AA5E1E7E9}" type="presOf" srcId="{3058D330-AB7F-4CDF-B6D0-116C5045ADA8}" destId="{C492757A-DAFF-48C1-874B-FB2DABBD816A}" srcOrd="0" destOrd="1" presId="urn:microsoft.com/office/officeart/2018/2/layout/IconVerticalSolidList"/>
    <dgm:cxn modelId="{AA7C58E3-46EA-4460-8B8D-8E2424B1F03D}" type="presOf" srcId="{A16FA03C-B12B-4E7A-9D39-27F8C4BDE718}" destId="{2C1D3364-AD2F-4683-ABF8-3B00643C6653}" srcOrd="0" destOrd="0" presId="urn:microsoft.com/office/officeart/2018/2/layout/IconVerticalSolidList"/>
    <dgm:cxn modelId="{0DE185FF-5EC1-49EF-BDC4-914760BBC450}" srcId="{A16FA03C-B12B-4E7A-9D39-27F8C4BDE718}" destId="{8FFF13D9-555F-483F-A7B3-03F54FCF3A4C}" srcOrd="1" destOrd="0" parTransId="{DA5B3A2C-8CB3-4DA3-801D-91444815AFD6}" sibTransId="{CE9F8B92-D83E-4DDF-ADD5-0E257E12442B}"/>
    <dgm:cxn modelId="{5F122FC0-B953-47E3-84A8-31DCE2F245BF}" type="presParOf" srcId="{2C1D3364-AD2F-4683-ABF8-3B00643C6653}" destId="{BAC225B9-185A-424B-BBEF-ECD0CB204A01}" srcOrd="0" destOrd="0" presId="urn:microsoft.com/office/officeart/2018/2/layout/IconVerticalSolidList"/>
    <dgm:cxn modelId="{94DF9F97-9D0A-49BF-9423-04CB5EE9EB84}" type="presParOf" srcId="{BAC225B9-185A-424B-BBEF-ECD0CB204A01}" destId="{977F7FB2-45CB-4260-B106-BD5507FA88F8}" srcOrd="0" destOrd="0" presId="urn:microsoft.com/office/officeart/2018/2/layout/IconVerticalSolidList"/>
    <dgm:cxn modelId="{F20F0100-040E-4D1E-9D91-623DB9F5400D}" type="presParOf" srcId="{BAC225B9-185A-424B-BBEF-ECD0CB204A01}" destId="{27D15B2F-7114-4620-AA35-B4642D6AAC40}" srcOrd="1" destOrd="0" presId="urn:microsoft.com/office/officeart/2018/2/layout/IconVerticalSolidList"/>
    <dgm:cxn modelId="{D7CAC382-3A48-4EF8-96DD-F513F0B6B709}" type="presParOf" srcId="{BAC225B9-185A-424B-BBEF-ECD0CB204A01}" destId="{86F4C074-CC72-496D-9EE3-9B93199B4566}" srcOrd="2" destOrd="0" presId="urn:microsoft.com/office/officeart/2018/2/layout/IconVerticalSolidList"/>
    <dgm:cxn modelId="{2CF21AA5-8B06-42FB-87E5-C424713A1303}" type="presParOf" srcId="{BAC225B9-185A-424B-BBEF-ECD0CB204A01}" destId="{BD366B60-7EBD-4471-A8FE-EBEA9CFBAA98}" srcOrd="3" destOrd="0" presId="urn:microsoft.com/office/officeart/2018/2/layout/IconVerticalSolidList"/>
    <dgm:cxn modelId="{D059A527-3243-4590-A6C3-106356BB99C5}" type="presParOf" srcId="{2C1D3364-AD2F-4683-ABF8-3B00643C6653}" destId="{0C614EF0-739B-4DBE-B9B8-F3AC69DEB432}" srcOrd="1" destOrd="0" presId="urn:microsoft.com/office/officeart/2018/2/layout/IconVerticalSolidList"/>
    <dgm:cxn modelId="{7A3F2065-0CA7-4440-958C-93AA500D1312}" type="presParOf" srcId="{2C1D3364-AD2F-4683-ABF8-3B00643C6653}" destId="{9F7C0C37-AE28-4669-839E-E60C95BB347C}" srcOrd="2" destOrd="0" presId="urn:microsoft.com/office/officeart/2018/2/layout/IconVerticalSolidList"/>
    <dgm:cxn modelId="{F017D750-0195-42DD-8421-2BC989A127B9}" type="presParOf" srcId="{9F7C0C37-AE28-4669-839E-E60C95BB347C}" destId="{156C7072-EDD1-484C-8F63-B00AFEA8ADF5}" srcOrd="0" destOrd="0" presId="urn:microsoft.com/office/officeart/2018/2/layout/IconVerticalSolidList"/>
    <dgm:cxn modelId="{759954D0-C124-4708-9415-03CFA6182B32}" type="presParOf" srcId="{9F7C0C37-AE28-4669-839E-E60C95BB347C}" destId="{242CEF74-637A-4756-8224-B513097DEA99}" srcOrd="1" destOrd="0" presId="urn:microsoft.com/office/officeart/2018/2/layout/IconVerticalSolidList"/>
    <dgm:cxn modelId="{3D8E270C-F439-41D2-9BA1-DA3AAE837465}" type="presParOf" srcId="{9F7C0C37-AE28-4669-839E-E60C95BB347C}" destId="{DB0740CA-DCA3-4185-9FD8-E24E128174B8}" srcOrd="2" destOrd="0" presId="urn:microsoft.com/office/officeart/2018/2/layout/IconVerticalSolidList"/>
    <dgm:cxn modelId="{4877B3A0-F74D-4F95-AB12-37C5C2FE6647}" type="presParOf" srcId="{9F7C0C37-AE28-4669-839E-E60C95BB347C}" destId="{4127FB3D-2C88-478E-8113-0F0B0B3D116A}" srcOrd="3" destOrd="0" presId="urn:microsoft.com/office/officeart/2018/2/layout/IconVerticalSolidList"/>
    <dgm:cxn modelId="{EE1F58E6-FD7D-4C04-B5CA-5E7A35B4C766}" type="presParOf" srcId="{2C1D3364-AD2F-4683-ABF8-3B00643C6653}" destId="{EACAB11A-6F2A-467B-8635-8AC81E975401}" srcOrd="3" destOrd="0" presId="urn:microsoft.com/office/officeart/2018/2/layout/IconVerticalSolidList"/>
    <dgm:cxn modelId="{C0474065-4E25-4979-B021-FE4C75A3665F}" type="presParOf" srcId="{2C1D3364-AD2F-4683-ABF8-3B00643C6653}" destId="{32E42A50-D0E5-4859-8083-422D978852E5}" srcOrd="4" destOrd="0" presId="urn:microsoft.com/office/officeart/2018/2/layout/IconVerticalSolidList"/>
    <dgm:cxn modelId="{6B88099D-8057-40DF-97A4-C7E042828EF5}" type="presParOf" srcId="{32E42A50-D0E5-4859-8083-422D978852E5}" destId="{DF42B44B-0FDB-4944-9523-6EF4DC719549}" srcOrd="0" destOrd="0" presId="urn:microsoft.com/office/officeart/2018/2/layout/IconVerticalSolidList"/>
    <dgm:cxn modelId="{C46AE8D1-A77E-4879-99E3-558784EF3F5E}" type="presParOf" srcId="{32E42A50-D0E5-4859-8083-422D978852E5}" destId="{B1F21DB3-960A-4835-8D99-673373720681}" srcOrd="1" destOrd="0" presId="urn:microsoft.com/office/officeart/2018/2/layout/IconVerticalSolidList"/>
    <dgm:cxn modelId="{BF037C77-3B4F-4FE4-B3A7-27E0449E4EFA}" type="presParOf" srcId="{32E42A50-D0E5-4859-8083-422D978852E5}" destId="{6E710F2A-DD78-4B8D-9A40-9C91FB53B1AF}" srcOrd="2" destOrd="0" presId="urn:microsoft.com/office/officeart/2018/2/layout/IconVerticalSolidList"/>
    <dgm:cxn modelId="{59A4F1FA-3B31-452E-9D3D-DBA0E7A93697}" type="presParOf" srcId="{32E42A50-D0E5-4859-8083-422D978852E5}" destId="{08D6BC17-920E-4011-A22F-B8CC88954C86}" srcOrd="3" destOrd="0" presId="urn:microsoft.com/office/officeart/2018/2/layout/IconVerticalSolidList"/>
    <dgm:cxn modelId="{4384C613-DD36-4AA4-ACEA-EC24E2B4729E}" type="presParOf" srcId="{32E42A50-D0E5-4859-8083-422D978852E5}" destId="{C492757A-DAFF-48C1-874B-FB2DABBD816A}"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C3804BF-8F28-4320-ADCE-3E8FDD173F0B}" type="doc">
      <dgm:prSet loTypeId="urn:microsoft.com/office/officeart/2009/3/layout/HorizontalOrganizationChart" loCatId="hierarchy" qsTypeId="urn:microsoft.com/office/officeart/2005/8/quickstyle/simple1" qsCatId="simple" csTypeId="urn:microsoft.com/office/officeart/2005/8/colors/colorful1" csCatId="colorful"/>
      <dgm:spPr/>
      <dgm:t>
        <a:bodyPr/>
        <a:lstStyle/>
        <a:p>
          <a:endParaRPr lang="en-US"/>
        </a:p>
      </dgm:t>
    </dgm:pt>
    <dgm:pt modelId="{954B0800-1304-4227-A6FA-D73C92FB63E4}">
      <dgm:prSet/>
      <dgm:spPr/>
      <dgm:t>
        <a:bodyPr/>
        <a:lstStyle/>
        <a:p>
          <a:r>
            <a:rPr lang="en-US" dirty="0"/>
            <a:t>Enable sharing version control repos</a:t>
          </a:r>
        </a:p>
      </dgm:t>
    </dgm:pt>
    <dgm:pt modelId="{FC6D982C-1E14-479F-B402-A3E991F6516F}" type="parTrans" cxnId="{219871F1-2832-4BD8-93C0-A02528C8C296}">
      <dgm:prSet/>
      <dgm:spPr/>
      <dgm:t>
        <a:bodyPr/>
        <a:lstStyle/>
        <a:p>
          <a:endParaRPr lang="en-US"/>
        </a:p>
      </dgm:t>
    </dgm:pt>
    <dgm:pt modelId="{B1FB2500-8A0A-4277-A818-2A957637F96D}" type="sibTrans" cxnId="{219871F1-2832-4BD8-93C0-A02528C8C296}">
      <dgm:prSet/>
      <dgm:spPr/>
      <dgm:t>
        <a:bodyPr/>
        <a:lstStyle/>
        <a:p>
          <a:endParaRPr lang="en-US"/>
        </a:p>
      </dgm:t>
    </dgm:pt>
    <dgm:pt modelId="{9C12D958-7076-42F5-8C46-83FFF625D9FE}">
      <dgm:prSet/>
      <dgm:spPr/>
      <dgm:t>
        <a:bodyPr/>
        <a:lstStyle/>
        <a:p>
          <a:r>
            <a:rPr lang="en-US"/>
            <a:t>Internet/Web based</a:t>
          </a:r>
        </a:p>
      </dgm:t>
    </dgm:pt>
    <dgm:pt modelId="{8927542F-3424-4254-94A2-4C1F208E2A67}" type="parTrans" cxnId="{25656719-ED59-41F8-BDD2-09F5EA45C10B}">
      <dgm:prSet/>
      <dgm:spPr/>
      <dgm:t>
        <a:bodyPr/>
        <a:lstStyle/>
        <a:p>
          <a:endParaRPr lang="en-US"/>
        </a:p>
      </dgm:t>
    </dgm:pt>
    <dgm:pt modelId="{D96728D7-4A87-41E4-B0F1-4ADB2376ABA4}" type="sibTrans" cxnId="{25656719-ED59-41F8-BDD2-09F5EA45C10B}">
      <dgm:prSet/>
      <dgm:spPr/>
      <dgm:t>
        <a:bodyPr/>
        <a:lstStyle/>
        <a:p>
          <a:endParaRPr lang="en-US"/>
        </a:p>
      </dgm:t>
    </dgm:pt>
    <dgm:pt modelId="{FFF625E6-2078-4F5A-9DBC-5CC53BF1665E}">
      <dgm:prSet/>
      <dgm:spPr/>
      <dgm:t>
        <a:bodyPr/>
        <a:lstStyle/>
        <a:p>
          <a:r>
            <a:rPr lang="en-US"/>
            <a:t>Examples:</a:t>
          </a:r>
        </a:p>
      </dgm:t>
    </dgm:pt>
    <dgm:pt modelId="{8D71EFE2-4FE6-4C87-B711-06ABF6C5F47B}" type="parTrans" cxnId="{0052D0FF-E609-4BC8-B67E-2FCDC8D8E8D1}">
      <dgm:prSet/>
      <dgm:spPr/>
      <dgm:t>
        <a:bodyPr/>
        <a:lstStyle/>
        <a:p>
          <a:endParaRPr lang="en-US"/>
        </a:p>
      </dgm:t>
    </dgm:pt>
    <dgm:pt modelId="{6CBFCFF2-2CB0-4722-9414-FEFE1A4B30A2}" type="sibTrans" cxnId="{0052D0FF-E609-4BC8-B67E-2FCDC8D8E8D1}">
      <dgm:prSet/>
      <dgm:spPr/>
      <dgm:t>
        <a:bodyPr/>
        <a:lstStyle/>
        <a:p>
          <a:endParaRPr lang="en-US"/>
        </a:p>
      </dgm:t>
    </dgm:pt>
    <dgm:pt modelId="{B34A968A-0422-4A2E-9A17-B4039B1429F2}">
      <dgm:prSet/>
      <dgm:spPr/>
      <dgm:t>
        <a:bodyPr/>
        <a:lstStyle/>
        <a:p>
          <a:r>
            <a:rPr lang="en-US"/>
            <a:t>SourceForge</a:t>
          </a:r>
        </a:p>
      </dgm:t>
    </dgm:pt>
    <dgm:pt modelId="{8D8C619D-DCF0-4DB6-8627-E47969831E2F}" type="parTrans" cxnId="{BFEF89FD-76DD-4B04-9C74-4842B64119B2}">
      <dgm:prSet/>
      <dgm:spPr/>
      <dgm:t>
        <a:bodyPr/>
        <a:lstStyle/>
        <a:p>
          <a:endParaRPr lang="en-US"/>
        </a:p>
      </dgm:t>
    </dgm:pt>
    <dgm:pt modelId="{703B1728-F6E4-41F1-88D9-776146292D39}" type="sibTrans" cxnId="{BFEF89FD-76DD-4B04-9C74-4842B64119B2}">
      <dgm:prSet/>
      <dgm:spPr/>
      <dgm:t>
        <a:bodyPr/>
        <a:lstStyle/>
        <a:p>
          <a:endParaRPr lang="en-US"/>
        </a:p>
      </dgm:t>
    </dgm:pt>
    <dgm:pt modelId="{D69DFA18-E935-47B8-99E3-F66DC13595E8}">
      <dgm:prSet/>
      <dgm:spPr/>
      <dgm:t>
        <a:bodyPr/>
        <a:lstStyle/>
        <a:p>
          <a:r>
            <a:rPr lang="en-US"/>
            <a:t>Bitbucket</a:t>
          </a:r>
        </a:p>
      </dgm:t>
    </dgm:pt>
    <dgm:pt modelId="{8B44F155-AADB-46EF-86D2-A99FD874A324}" type="parTrans" cxnId="{7D65FCFD-D8FF-4732-923D-4A5B3B9E6F13}">
      <dgm:prSet/>
      <dgm:spPr/>
      <dgm:t>
        <a:bodyPr/>
        <a:lstStyle/>
        <a:p>
          <a:endParaRPr lang="en-US"/>
        </a:p>
      </dgm:t>
    </dgm:pt>
    <dgm:pt modelId="{340AE153-BE95-42EE-99BF-E53421668E44}" type="sibTrans" cxnId="{7D65FCFD-D8FF-4732-923D-4A5B3B9E6F13}">
      <dgm:prSet/>
      <dgm:spPr/>
      <dgm:t>
        <a:bodyPr/>
        <a:lstStyle/>
        <a:p>
          <a:endParaRPr lang="en-US"/>
        </a:p>
      </dgm:t>
    </dgm:pt>
    <dgm:pt modelId="{BBEC03EE-7E29-4C30-94E1-5FC0D6A0C1F2}">
      <dgm:prSet/>
      <dgm:spPr/>
      <dgm:t>
        <a:bodyPr/>
        <a:lstStyle/>
        <a:p>
          <a:r>
            <a:rPr lang="en-US"/>
            <a:t>GitLab</a:t>
          </a:r>
        </a:p>
      </dgm:t>
    </dgm:pt>
    <dgm:pt modelId="{A24C0C4C-2121-4DBB-9E35-54929B93EDA0}" type="parTrans" cxnId="{68D769AA-BD5A-4C83-BB95-051BF216559B}">
      <dgm:prSet/>
      <dgm:spPr/>
      <dgm:t>
        <a:bodyPr/>
        <a:lstStyle/>
        <a:p>
          <a:endParaRPr lang="en-US"/>
        </a:p>
      </dgm:t>
    </dgm:pt>
    <dgm:pt modelId="{94ABEB22-F932-4947-8B07-BDDD7A30B1AD}" type="sibTrans" cxnId="{68D769AA-BD5A-4C83-BB95-051BF216559B}">
      <dgm:prSet/>
      <dgm:spPr/>
      <dgm:t>
        <a:bodyPr/>
        <a:lstStyle/>
        <a:p>
          <a:endParaRPr lang="en-US"/>
        </a:p>
      </dgm:t>
    </dgm:pt>
    <dgm:pt modelId="{D56C441A-1CDB-41C6-A4E3-EB63328C1F2C}">
      <dgm:prSet/>
      <dgm:spPr/>
      <dgm:t>
        <a:bodyPr/>
        <a:lstStyle/>
        <a:p>
          <a:r>
            <a:rPr lang="en-US" b="1" dirty="0">
              <a:solidFill>
                <a:srgbClr val="FF0000"/>
              </a:solidFill>
            </a:rPr>
            <a:t>GitHub</a:t>
          </a:r>
        </a:p>
      </dgm:t>
    </dgm:pt>
    <dgm:pt modelId="{21D1C6FC-F82A-4A9C-A4F3-34B50DBB3B66}" type="parTrans" cxnId="{601B9A8E-1F4A-49E5-B9AB-A488A8A68DB5}">
      <dgm:prSet/>
      <dgm:spPr/>
      <dgm:t>
        <a:bodyPr/>
        <a:lstStyle/>
        <a:p>
          <a:endParaRPr lang="en-US"/>
        </a:p>
      </dgm:t>
    </dgm:pt>
    <dgm:pt modelId="{74CEC92F-D523-43F7-BBCF-486114143E09}" type="sibTrans" cxnId="{601B9A8E-1F4A-49E5-B9AB-A488A8A68DB5}">
      <dgm:prSet/>
      <dgm:spPr/>
      <dgm:t>
        <a:bodyPr/>
        <a:lstStyle/>
        <a:p>
          <a:endParaRPr lang="en-US"/>
        </a:p>
      </dgm:t>
    </dgm:pt>
    <dgm:pt modelId="{1F2A9E91-7D1D-41CF-B272-188117AE66D0}" type="pres">
      <dgm:prSet presAssocID="{9C3804BF-8F28-4320-ADCE-3E8FDD173F0B}" presName="hierChild1" presStyleCnt="0">
        <dgm:presLayoutVars>
          <dgm:orgChart val="1"/>
          <dgm:chPref val="1"/>
          <dgm:dir/>
          <dgm:animOne val="branch"/>
          <dgm:animLvl val="lvl"/>
          <dgm:resizeHandles/>
        </dgm:presLayoutVars>
      </dgm:prSet>
      <dgm:spPr/>
    </dgm:pt>
    <dgm:pt modelId="{E9251080-8D2F-4C05-A801-11F68F44654F}" type="pres">
      <dgm:prSet presAssocID="{954B0800-1304-4227-A6FA-D73C92FB63E4}" presName="hierRoot1" presStyleCnt="0">
        <dgm:presLayoutVars>
          <dgm:hierBranch val="init"/>
        </dgm:presLayoutVars>
      </dgm:prSet>
      <dgm:spPr/>
    </dgm:pt>
    <dgm:pt modelId="{4D6C1F3D-F384-4542-8949-BD6531ADE77A}" type="pres">
      <dgm:prSet presAssocID="{954B0800-1304-4227-A6FA-D73C92FB63E4}" presName="rootComposite1" presStyleCnt="0"/>
      <dgm:spPr/>
    </dgm:pt>
    <dgm:pt modelId="{D489F3AD-2E08-4B84-A2B5-3C248CB904FE}" type="pres">
      <dgm:prSet presAssocID="{954B0800-1304-4227-A6FA-D73C92FB63E4}" presName="rootText1" presStyleLbl="node0" presStyleIdx="0" presStyleCnt="3">
        <dgm:presLayoutVars>
          <dgm:chPref val="3"/>
        </dgm:presLayoutVars>
      </dgm:prSet>
      <dgm:spPr/>
    </dgm:pt>
    <dgm:pt modelId="{F632E743-FF72-4CDD-A937-59B4C7BED0D1}" type="pres">
      <dgm:prSet presAssocID="{954B0800-1304-4227-A6FA-D73C92FB63E4}" presName="rootConnector1" presStyleLbl="node1" presStyleIdx="0" presStyleCnt="0"/>
      <dgm:spPr/>
    </dgm:pt>
    <dgm:pt modelId="{177255CF-B7A3-43F0-A474-243A170344BD}" type="pres">
      <dgm:prSet presAssocID="{954B0800-1304-4227-A6FA-D73C92FB63E4}" presName="hierChild2" presStyleCnt="0"/>
      <dgm:spPr/>
    </dgm:pt>
    <dgm:pt modelId="{F558DA51-9C6F-4B95-AA9A-AAC2915F6D15}" type="pres">
      <dgm:prSet presAssocID="{954B0800-1304-4227-A6FA-D73C92FB63E4}" presName="hierChild3" presStyleCnt="0"/>
      <dgm:spPr/>
    </dgm:pt>
    <dgm:pt modelId="{4F1DAFA8-9498-437D-A714-5744120F34DB}" type="pres">
      <dgm:prSet presAssocID="{9C12D958-7076-42F5-8C46-83FFF625D9FE}" presName="hierRoot1" presStyleCnt="0">
        <dgm:presLayoutVars>
          <dgm:hierBranch val="init"/>
        </dgm:presLayoutVars>
      </dgm:prSet>
      <dgm:spPr/>
    </dgm:pt>
    <dgm:pt modelId="{FAEA158D-F16B-4FA8-881D-7FB0A413FAE5}" type="pres">
      <dgm:prSet presAssocID="{9C12D958-7076-42F5-8C46-83FFF625D9FE}" presName="rootComposite1" presStyleCnt="0"/>
      <dgm:spPr/>
    </dgm:pt>
    <dgm:pt modelId="{918019FD-AE0D-4347-96E3-1568B9E9991A}" type="pres">
      <dgm:prSet presAssocID="{9C12D958-7076-42F5-8C46-83FFF625D9FE}" presName="rootText1" presStyleLbl="node0" presStyleIdx="1" presStyleCnt="3">
        <dgm:presLayoutVars>
          <dgm:chPref val="3"/>
        </dgm:presLayoutVars>
      </dgm:prSet>
      <dgm:spPr/>
    </dgm:pt>
    <dgm:pt modelId="{4D7C9FC0-2255-49DE-944C-9B66D5D7B806}" type="pres">
      <dgm:prSet presAssocID="{9C12D958-7076-42F5-8C46-83FFF625D9FE}" presName="rootConnector1" presStyleLbl="node1" presStyleIdx="0" presStyleCnt="0"/>
      <dgm:spPr/>
    </dgm:pt>
    <dgm:pt modelId="{96D784E0-17BD-4DA2-9A07-413A86D0F918}" type="pres">
      <dgm:prSet presAssocID="{9C12D958-7076-42F5-8C46-83FFF625D9FE}" presName="hierChild2" presStyleCnt="0"/>
      <dgm:spPr/>
    </dgm:pt>
    <dgm:pt modelId="{2271D836-0A4A-48AF-8D9D-608C29B5D198}" type="pres">
      <dgm:prSet presAssocID="{9C12D958-7076-42F5-8C46-83FFF625D9FE}" presName="hierChild3" presStyleCnt="0"/>
      <dgm:spPr/>
    </dgm:pt>
    <dgm:pt modelId="{5F89F13B-4DE1-499D-BAF8-0F47EAA2FE42}" type="pres">
      <dgm:prSet presAssocID="{FFF625E6-2078-4F5A-9DBC-5CC53BF1665E}" presName="hierRoot1" presStyleCnt="0">
        <dgm:presLayoutVars>
          <dgm:hierBranch val="init"/>
        </dgm:presLayoutVars>
      </dgm:prSet>
      <dgm:spPr/>
    </dgm:pt>
    <dgm:pt modelId="{CADCC13C-8A99-4D99-814B-93052E87C622}" type="pres">
      <dgm:prSet presAssocID="{FFF625E6-2078-4F5A-9DBC-5CC53BF1665E}" presName="rootComposite1" presStyleCnt="0"/>
      <dgm:spPr/>
    </dgm:pt>
    <dgm:pt modelId="{1347CC89-D4FD-4401-B7C3-65D3CF44B46B}" type="pres">
      <dgm:prSet presAssocID="{FFF625E6-2078-4F5A-9DBC-5CC53BF1665E}" presName="rootText1" presStyleLbl="node0" presStyleIdx="2" presStyleCnt="3">
        <dgm:presLayoutVars>
          <dgm:chPref val="3"/>
        </dgm:presLayoutVars>
      </dgm:prSet>
      <dgm:spPr/>
    </dgm:pt>
    <dgm:pt modelId="{A8B7467B-571C-4E3C-B6ED-D5E1CE3D92D1}" type="pres">
      <dgm:prSet presAssocID="{FFF625E6-2078-4F5A-9DBC-5CC53BF1665E}" presName="rootConnector1" presStyleLbl="node1" presStyleIdx="0" presStyleCnt="0"/>
      <dgm:spPr/>
    </dgm:pt>
    <dgm:pt modelId="{401BE32F-ECE6-4FE0-AC86-92DBF099F31F}" type="pres">
      <dgm:prSet presAssocID="{FFF625E6-2078-4F5A-9DBC-5CC53BF1665E}" presName="hierChild2" presStyleCnt="0"/>
      <dgm:spPr/>
    </dgm:pt>
    <dgm:pt modelId="{1206E64D-9BF4-4774-9B77-E98C612C0591}" type="pres">
      <dgm:prSet presAssocID="{8D8C619D-DCF0-4DB6-8627-E47969831E2F}" presName="Name64" presStyleLbl="parChTrans1D2" presStyleIdx="0" presStyleCnt="4"/>
      <dgm:spPr/>
    </dgm:pt>
    <dgm:pt modelId="{7FCC3636-48C7-4AB1-8B67-07697A193876}" type="pres">
      <dgm:prSet presAssocID="{B34A968A-0422-4A2E-9A17-B4039B1429F2}" presName="hierRoot2" presStyleCnt="0">
        <dgm:presLayoutVars>
          <dgm:hierBranch val="init"/>
        </dgm:presLayoutVars>
      </dgm:prSet>
      <dgm:spPr/>
    </dgm:pt>
    <dgm:pt modelId="{76711B4F-7C46-4179-94C2-FF975CDEB0B1}" type="pres">
      <dgm:prSet presAssocID="{B34A968A-0422-4A2E-9A17-B4039B1429F2}" presName="rootComposite" presStyleCnt="0"/>
      <dgm:spPr/>
    </dgm:pt>
    <dgm:pt modelId="{2EF1D61C-3E80-46BC-AB6E-F151DD3832F6}" type="pres">
      <dgm:prSet presAssocID="{B34A968A-0422-4A2E-9A17-B4039B1429F2}" presName="rootText" presStyleLbl="node2" presStyleIdx="0" presStyleCnt="4">
        <dgm:presLayoutVars>
          <dgm:chPref val="3"/>
        </dgm:presLayoutVars>
      </dgm:prSet>
      <dgm:spPr/>
    </dgm:pt>
    <dgm:pt modelId="{33842FB1-54A7-48D0-9E9A-8E2F14451ED7}" type="pres">
      <dgm:prSet presAssocID="{B34A968A-0422-4A2E-9A17-B4039B1429F2}" presName="rootConnector" presStyleLbl="node2" presStyleIdx="0" presStyleCnt="4"/>
      <dgm:spPr/>
    </dgm:pt>
    <dgm:pt modelId="{8341E475-ED77-45D2-901A-07C4FD731B39}" type="pres">
      <dgm:prSet presAssocID="{B34A968A-0422-4A2E-9A17-B4039B1429F2}" presName="hierChild4" presStyleCnt="0"/>
      <dgm:spPr/>
    </dgm:pt>
    <dgm:pt modelId="{A013F902-A234-44CB-9B18-832F8BFEBC74}" type="pres">
      <dgm:prSet presAssocID="{B34A968A-0422-4A2E-9A17-B4039B1429F2}" presName="hierChild5" presStyleCnt="0"/>
      <dgm:spPr/>
    </dgm:pt>
    <dgm:pt modelId="{316438F1-82E9-4697-8688-F743FA01DDBD}" type="pres">
      <dgm:prSet presAssocID="{8B44F155-AADB-46EF-86D2-A99FD874A324}" presName="Name64" presStyleLbl="parChTrans1D2" presStyleIdx="1" presStyleCnt="4"/>
      <dgm:spPr/>
    </dgm:pt>
    <dgm:pt modelId="{E73D24B7-5AB7-4CC1-90D8-792E3603AF08}" type="pres">
      <dgm:prSet presAssocID="{D69DFA18-E935-47B8-99E3-F66DC13595E8}" presName="hierRoot2" presStyleCnt="0">
        <dgm:presLayoutVars>
          <dgm:hierBranch val="init"/>
        </dgm:presLayoutVars>
      </dgm:prSet>
      <dgm:spPr/>
    </dgm:pt>
    <dgm:pt modelId="{1F11F6E4-D56B-4F1A-8679-4BE53530EF9C}" type="pres">
      <dgm:prSet presAssocID="{D69DFA18-E935-47B8-99E3-F66DC13595E8}" presName="rootComposite" presStyleCnt="0"/>
      <dgm:spPr/>
    </dgm:pt>
    <dgm:pt modelId="{C6B26706-4AA6-468A-845C-E2322301A594}" type="pres">
      <dgm:prSet presAssocID="{D69DFA18-E935-47B8-99E3-F66DC13595E8}" presName="rootText" presStyleLbl="node2" presStyleIdx="1" presStyleCnt="4">
        <dgm:presLayoutVars>
          <dgm:chPref val="3"/>
        </dgm:presLayoutVars>
      </dgm:prSet>
      <dgm:spPr/>
    </dgm:pt>
    <dgm:pt modelId="{C2CAAC77-33C8-41CD-92C9-5D2E71F71D67}" type="pres">
      <dgm:prSet presAssocID="{D69DFA18-E935-47B8-99E3-F66DC13595E8}" presName="rootConnector" presStyleLbl="node2" presStyleIdx="1" presStyleCnt="4"/>
      <dgm:spPr/>
    </dgm:pt>
    <dgm:pt modelId="{9AD754B7-790C-45C7-8C3B-1FB08B879B0F}" type="pres">
      <dgm:prSet presAssocID="{D69DFA18-E935-47B8-99E3-F66DC13595E8}" presName="hierChild4" presStyleCnt="0"/>
      <dgm:spPr/>
    </dgm:pt>
    <dgm:pt modelId="{50D2AA7C-134F-447E-8023-4124ABE38B83}" type="pres">
      <dgm:prSet presAssocID="{D69DFA18-E935-47B8-99E3-F66DC13595E8}" presName="hierChild5" presStyleCnt="0"/>
      <dgm:spPr/>
    </dgm:pt>
    <dgm:pt modelId="{0F1DAE05-9899-4AAB-9018-4B8760CB1986}" type="pres">
      <dgm:prSet presAssocID="{A24C0C4C-2121-4DBB-9E35-54929B93EDA0}" presName="Name64" presStyleLbl="parChTrans1D2" presStyleIdx="2" presStyleCnt="4"/>
      <dgm:spPr/>
    </dgm:pt>
    <dgm:pt modelId="{155597B9-E9C8-4DE3-B031-481B6F8140D3}" type="pres">
      <dgm:prSet presAssocID="{BBEC03EE-7E29-4C30-94E1-5FC0D6A0C1F2}" presName="hierRoot2" presStyleCnt="0">
        <dgm:presLayoutVars>
          <dgm:hierBranch val="init"/>
        </dgm:presLayoutVars>
      </dgm:prSet>
      <dgm:spPr/>
    </dgm:pt>
    <dgm:pt modelId="{B3128DB6-DC10-4421-B6C2-6B7EF388433F}" type="pres">
      <dgm:prSet presAssocID="{BBEC03EE-7E29-4C30-94E1-5FC0D6A0C1F2}" presName="rootComposite" presStyleCnt="0"/>
      <dgm:spPr/>
    </dgm:pt>
    <dgm:pt modelId="{D02D6A67-A1E3-4945-A5C5-C91DB755ADC8}" type="pres">
      <dgm:prSet presAssocID="{BBEC03EE-7E29-4C30-94E1-5FC0D6A0C1F2}" presName="rootText" presStyleLbl="node2" presStyleIdx="2" presStyleCnt="4">
        <dgm:presLayoutVars>
          <dgm:chPref val="3"/>
        </dgm:presLayoutVars>
      </dgm:prSet>
      <dgm:spPr/>
    </dgm:pt>
    <dgm:pt modelId="{81B67CC4-3F5F-4D50-9A70-D21B04335CE1}" type="pres">
      <dgm:prSet presAssocID="{BBEC03EE-7E29-4C30-94E1-5FC0D6A0C1F2}" presName="rootConnector" presStyleLbl="node2" presStyleIdx="2" presStyleCnt="4"/>
      <dgm:spPr/>
    </dgm:pt>
    <dgm:pt modelId="{CE4552D1-4ED4-419E-AA1E-6FF8E30A54D2}" type="pres">
      <dgm:prSet presAssocID="{BBEC03EE-7E29-4C30-94E1-5FC0D6A0C1F2}" presName="hierChild4" presStyleCnt="0"/>
      <dgm:spPr/>
    </dgm:pt>
    <dgm:pt modelId="{FB9027EA-9DE6-46E3-87EB-629D0CCCC2A8}" type="pres">
      <dgm:prSet presAssocID="{BBEC03EE-7E29-4C30-94E1-5FC0D6A0C1F2}" presName="hierChild5" presStyleCnt="0"/>
      <dgm:spPr/>
    </dgm:pt>
    <dgm:pt modelId="{0C6EA6BD-33D2-4779-AF8C-A1D29B095035}" type="pres">
      <dgm:prSet presAssocID="{21D1C6FC-F82A-4A9C-A4F3-34B50DBB3B66}" presName="Name64" presStyleLbl="parChTrans1D2" presStyleIdx="3" presStyleCnt="4"/>
      <dgm:spPr/>
    </dgm:pt>
    <dgm:pt modelId="{7A8504BC-9ACA-4731-8541-DABB1204D81E}" type="pres">
      <dgm:prSet presAssocID="{D56C441A-1CDB-41C6-A4E3-EB63328C1F2C}" presName="hierRoot2" presStyleCnt="0">
        <dgm:presLayoutVars>
          <dgm:hierBranch val="init"/>
        </dgm:presLayoutVars>
      </dgm:prSet>
      <dgm:spPr/>
    </dgm:pt>
    <dgm:pt modelId="{519009AC-CCB3-431D-B3F7-2A2E102F507F}" type="pres">
      <dgm:prSet presAssocID="{D56C441A-1CDB-41C6-A4E3-EB63328C1F2C}" presName="rootComposite" presStyleCnt="0"/>
      <dgm:spPr/>
    </dgm:pt>
    <dgm:pt modelId="{743EA470-85A5-4F06-BEFB-797A870A00E0}" type="pres">
      <dgm:prSet presAssocID="{D56C441A-1CDB-41C6-A4E3-EB63328C1F2C}" presName="rootText" presStyleLbl="node2" presStyleIdx="3" presStyleCnt="4">
        <dgm:presLayoutVars>
          <dgm:chPref val="3"/>
        </dgm:presLayoutVars>
      </dgm:prSet>
      <dgm:spPr/>
    </dgm:pt>
    <dgm:pt modelId="{9A4490C1-D966-432E-BBF8-3E2DF802C6FC}" type="pres">
      <dgm:prSet presAssocID="{D56C441A-1CDB-41C6-A4E3-EB63328C1F2C}" presName="rootConnector" presStyleLbl="node2" presStyleIdx="3" presStyleCnt="4"/>
      <dgm:spPr/>
    </dgm:pt>
    <dgm:pt modelId="{6B27DFBD-EE90-4B23-924B-10F568C06726}" type="pres">
      <dgm:prSet presAssocID="{D56C441A-1CDB-41C6-A4E3-EB63328C1F2C}" presName="hierChild4" presStyleCnt="0"/>
      <dgm:spPr/>
    </dgm:pt>
    <dgm:pt modelId="{ABC6C6E3-1070-472E-93CD-0C167A2E5C8D}" type="pres">
      <dgm:prSet presAssocID="{D56C441A-1CDB-41C6-A4E3-EB63328C1F2C}" presName="hierChild5" presStyleCnt="0"/>
      <dgm:spPr/>
    </dgm:pt>
    <dgm:pt modelId="{AAEAD1C4-FDE1-4075-AE7B-5F6A937351DD}" type="pres">
      <dgm:prSet presAssocID="{FFF625E6-2078-4F5A-9DBC-5CC53BF1665E}" presName="hierChild3" presStyleCnt="0"/>
      <dgm:spPr/>
    </dgm:pt>
  </dgm:ptLst>
  <dgm:cxnLst>
    <dgm:cxn modelId="{828F7910-77B8-4135-B669-C82DD1F88682}" type="presOf" srcId="{21D1C6FC-F82A-4A9C-A4F3-34B50DBB3B66}" destId="{0C6EA6BD-33D2-4779-AF8C-A1D29B095035}" srcOrd="0" destOrd="0" presId="urn:microsoft.com/office/officeart/2009/3/layout/HorizontalOrganizationChart"/>
    <dgm:cxn modelId="{25656719-ED59-41F8-BDD2-09F5EA45C10B}" srcId="{9C3804BF-8F28-4320-ADCE-3E8FDD173F0B}" destId="{9C12D958-7076-42F5-8C46-83FFF625D9FE}" srcOrd="1" destOrd="0" parTransId="{8927542F-3424-4254-94A2-4C1F208E2A67}" sibTransId="{D96728D7-4A87-41E4-B0F1-4ADB2376ABA4}"/>
    <dgm:cxn modelId="{3AFB0930-54BD-45F5-86CF-5CFE8A7BD1C9}" type="presOf" srcId="{A24C0C4C-2121-4DBB-9E35-54929B93EDA0}" destId="{0F1DAE05-9899-4AAB-9018-4B8760CB1986}" srcOrd="0" destOrd="0" presId="urn:microsoft.com/office/officeart/2009/3/layout/HorizontalOrganizationChart"/>
    <dgm:cxn modelId="{1F08DF32-D3F7-4438-A887-8B23CFB57EFE}" type="presOf" srcId="{B34A968A-0422-4A2E-9A17-B4039B1429F2}" destId="{2EF1D61C-3E80-46BC-AB6E-F151DD3832F6}" srcOrd="0" destOrd="0" presId="urn:microsoft.com/office/officeart/2009/3/layout/HorizontalOrganizationChart"/>
    <dgm:cxn modelId="{9B3A7D3B-3CD1-417F-9AB8-9949BAC0417B}" type="presOf" srcId="{8D8C619D-DCF0-4DB6-8627-E47969831E2F}" destId="{1206E64D-9BF4-4774-9B77-E98C612C0591}" srcOrd="0" destOrd="0" presId="urn:microsoft.com/office/officeart/2009/3/layout/HorizontalOrganizationChart"/>
    <dgm:cxn modelId="{C0E2796D-C2F9-42A2-ABA5-7193B24396A2}" type="presOf" srcId="{954B0800-1304-4227-A6FA-D73C92FB63E4}" destId="{D489F3AD-2E08-4B84-A2B5-3C248CB904FE}" srcOrd="0" destOrd="0" presId="urn:microsoft.com/office/officeart/2009/3/layout/HorizontalOrganizationChart"/>
    <dgm:cxn modelId="{A541ED70-311E-4C79-8E06-397B8E17DD99}" type="presOf" srcId="{FFF625E6-2078-4F5A-9DBC-5CC53BF1665E}" destId="{A8B7467B-571C-4E3C-B6ED-D5E1CE3D92D1}" srcOrd="1" destOrd="0" presId="urn:microsoft.com/office/officeart/2009/3/layout/HorizontalOrganizationChart"/>
    <dgm:cxn modelId="{899CA673-AEED-4A1D-9748-669CE6579BEF}" type="presOf" srcId="{8B44F155-AADB-46EF-86D2-A99FD874A324}" destId="{316438F1-82E9-4697-8688-F743FA01DDBD}" srcOrd="0" destOrd="0" presId="urn:microsoft.com/office/officeart/2009/3/layout/HorizontalOrganizationChart"/>
    <dgm:cxn modelId="{E0ED2D5A-E7F0-4AD5-8041-3F3543516071}" type="presOf" srcId="{9C12D958-7076-42F5-8C46-83FFF625D9FE}" destId="{918019FD-AE0D-4347-96E3-1568B9E9991A}" srcOrd="0" destOrd="0" presId="urn:microsoft.com/office/officeart/2009/3/layout/HorizontalOrganizationChart"/>
    <dgm:cxn modelId="{E190597A-C4EF-4BCD-8E7F-51D761E28025}" type="presOf" srcId="{D69DFA18-E935-47B8-99E3-F66DC13595E8}" destId="{C2CAAC77-33C8-41CD-92C9-5D2E71F71D67}" srcOrd="1" destOrd="0" presId="urn:microsoft.com/office/officeart/2009/3/layout/HorizontalOrganizationChart"/>
    <dgm:cxn modelId="{601B9A8E-1F4A-49E5-B9AB-A488A8A68DB5}" srcId="{FFF625E6-2078-4F5A-9DBC-5CC53BF1665E}" destId="{D56C441A-1CDB-41C6-A4E3-EB63328C1F2C}" srcOrd="3" destOrd="0" parTransId="{21D1C6FC-F82A-4A9C-A4F3-34B50DBB3B66}" sibTransId="{74CEC92F-D523-43F7-BBCF-486114143E09}"/>
    <dgm:cxn modelId="{AD65F38F-1BA8-4A9A-AF9D-222C95C4938F}" type="presOf" srcId="{D69DFA18-E935-47B8-99E3-F66DC13595E8}" destId="{C6B26706-4AA6-468A-845C-E2322301A594}" srcOrd="0" destOrd="0" presId="urn:microsoft.com/office/officeart/2009/3/layout/HorizontalOrganizationChart"/>
    <dgm:cxn modelId="{D68EDA91-CD76-497F-B412-6758495F8009}" type="presOf" srcId="{954B0800-1304-4227-A6FA-D73C92FB63E4}" destId="{F632E743-FF72-4CDD-A937-59B4C7BED0D1}" srcOrd="1" destOrd="0" presId="urn:microsoft.com/office/officeart/2009/3/layout/HorizontalOrganizationChart"/>
    <dgm:cxn modelId="{0BB29EA5-3894-4878-94B5-E25CE5D2DAD3}" type="presOf" srcId="{BBEC03EE-7E29-4C30-94E1-5FC0D6A0C1F2}" destId="{81B67CC4-3F5F-4D50-9A70-D21B04335CE1}" srcOrd="1" destOrd="0" presId="urn:microsoft.com/office/officeart/2009/3/layout/HorizontalOrganizationChart"/>
    <dgm:cxn modelId="{1932F4A8-227F-41AA-B0F5-5E1C46B67056}" type="presOf" srcId="{B34A968A-0422-4A2E-9A17-B4039B1429F2}" destId="{33842FB1-54A7-48D0-9E9A-8E2F14451ED7}" srcOrd="1" destOrd="0" presId="urn:microsoft.com/office/officeart/2009/3/layout/HorizontalOrganizationChart"/>
    <dgm:cxn modelId="{68D769AA-BD5A-4C83-BB95-051BF216559B}" srcId="{FFF625E6-2078-4F5A-9DBC-5CC53BF1665E}" destId="{BBEC03EE-7E29-4C30-94E1-5FC0D6A0C1F2}" srcOrd="2" destOrd="0" parTransId="{A24C0C4C-2121-4DBB-9E35-54929B93EDA0}" sibTransId="{94ABEB22-F932-4947-8B07-BDDD7A30B1AD}"/>
    <dgm:cxn modelId="{87F65AAF-8DD8-4718-A134-F96424DA1058}" type="presOf" srcId="{D56C441A-1CDB-41C6-A4E3-EB63328C1F2C}" destId="{9A4490C1-D966-432E-BBF8-3E2DF802C6FC}" srcOrd="1" destOrd="0" presId="urn:microsoft.com/office/officeart/2009/3/layout/HorizontalOrganizationChart"/>
    <dgm:cxn modelId="{F2E92DB0-8CFD-4BBA-B366-252CB50CEC9B}" type="presOf" srcId="{9C3804BF-8F28-4320-ADCE-3E8FDD173F0B}" destId="{1F2A9E91-7D1D-41CF-B272-188117AE66D0}" srcOrd="0" destOrd="0" presId="urn:microsoft.com/office/officeart/2009/3/layout/HorizontalOrganizationChart"/>
    <dgm:cxn modelId="{F20A9DB2-8ED5-4CCE-BAA8-BA607D676586}" type="presOf" srcId="{FFF625E6-2078-4F5A-9DBC-5CC53BF1665E}" destId="{1347CC89-D4FD-4401-B7C3-65D3CF44B46B}" srcOrd="0" destOrd="0" presId="urn:microsoft.com/office/officeart/2009/3/layout/HorizontalOrganizationChart"/>
    <dgm:cxn modelId="{3B7507B6-A365-4055-B607-C39ABD988433}" type="presOf" srcId="{D56C441A-1CDB-41C6-A4E3-EB63328C1F2C}" destId="{743EA470-85A5-4F06-BEFB-797A870A00E0}" srcOrd="0" destOrd="0" presId="urn:microsoft.com/office/officeart/2009/3/layout/HorizontalOrganizationChart"/>
    <dgm:cxn modelId="{32EFFDBC-E52B-4696-8A0D-9E2E0010DD06}" type="presOf" srcId="{BBEC03EE-7E29-4C30-94E1-5FC0D6A0C1F2}" destId="{D02D6A67-A1E3-4945-A5C5-C91DB755ADC8}" srcOrd="0" destOrd="0" presId="urn:microsoft.com/office/officeart/2009/3/layout/HorizontalOrganizationChart"/>
    <dgm:cxn modelId="{F6D8A6C8-15FD-4C20-8608-A5908B60B32D}" type="presOf" srcId="{9C12D958-7076-42F5-8C46-83FFF625D9FE}" destId="{4D7C9FC0-2255-49DE-944C-9B66D5D7B806}" srcOrd="1" destOrd="0" presId="urn:microsoft.com/office/officeart/2009/3/layout/HorizontalOrganizationChart"/>
    <dgm:cxn modelId="{219871F1-2832-4BD8-93C0-A02528C8C296}" srcId="{9C3804BF-8F28-4320-ADCE-3E8FDD173F0B}" destId="{954B0800-1304-4227-A6FA-D73C92FB63E4}" srcOrd="0" destOrd="0" parTransId="{FC6D982C-1E14-479F-B402-A3E991F6516F}" sibTransId="{B1FB2500-8A0A-4277-A818-2A957637F96D}"/>
    <dgm:cxn modelId="{BFEF89FD-76DD-4B04-9C74-4842B64119B2}" srcId="{FFF625E6-2078-4F5A-9DBC-5CC53BF1665E}" destId="{B34A968A-0422-4A2E-9A17-B4039B1429F2}" srcOrd="0" destOrd="0" parTransId="{8D8C619D-DCF0-4DB6-8627-E47969831E2F}" sibTransId="{703B1728-F6E4-41F1-88D9-776146292D39}"/>
    <dgm:cxn modelId="{7D65FCFD-D8FF-4732-923D-4A5B3B9E6F13}" srcId="{FFF625E6-2078-4F5A-9DBC-5CC53BF1665E}" destId="{D69DFA18-E935-47B8-99E3-F66DC13595E8}" srcOrd="1" destOrd="0" parTransId="{8B44F155-AADB-46EF-86D2-A99FD874A324}" sibTransId="{340AE153-BE95-42EE-99BF-E53421668E44}"/>
    <dgm:cxn modelId="{0052D0FF-E609-4BC8-B67E-2FCDC8D8E8D1}" srcId="{9C3804BF-8F28-4320-ADCE-3E8FDD173F0B}" destId="{FFF625E6-2078-4F5A-9DBC-5CC53BF1665E}" srcOrd="2" destOrd="0" parTransId="{8D71EFE2-4FE6-4C87-B711-06ABF6C5F47B}" sibTransId="{6CBFCFF2-2CB0-4722-9414-FEFE1A4B30A2}"/>
    <dgm:cxn modelId="{34DB90C2-4192-4202-BCFF-8EB8673542C0}" type="presParOf" srcId="{1F2A9E91-7D1D-41CF-B272-188117AE66D0}" destId="{E9251080-8D2F-4C05-A801-11F68F44654F}" srcOrd="0" destOrd="0" presId="urn:microsoft.com/office/officeart/2009/3/layout/HorizontalOrganizationChart"/>
    <dgm:cxn modelId="{1AE9451B-1BA3-48D7-BD50-4AFC1318884C}" type="presParOf" srcId="{E9251080-8D2F-4C05-A801-11F68F44654F}" destId="{4D6C1F3D-F384-4542-8949-BD6531ADE77A}" srcOrd="0" destOrd="0" presId="urn:microsoft.com/office/officeart/2009/3/layout/HorizontalOrganizationChart"/>
    <dgm:cxn modelId="{EBDBF0D9-1BDF-4AFD-AC5F-99712C39585F}" type="presParOf" srcId="{4D6C1F3D-F384-4542-8949-BD6531ADE77A}" destId="{D489F3AD-2E08-4B84-A2B5-3C248CB904FE}" srcOrd="0" destOrd="0" presId="urn:microsoft.com/office/officeart/2009/3/layout/HorizontalOrganizationChart"/>
    <dgm:cxn modelId="{CDA3919E-67D0-4BBC-BE38-5E88E5937EEA}" type="presParOf" srcId="{4D6C1F3D-F384-4542-8949-BD6531ADE77A}" destId="{F632E743-FF72-4CDD-A937-59B4C7BED0D1}" srcOrd="1" destOrd="0" presId="urn:microsoft.com/office/officeart/2009/3/layout/HorizontalOrganizationChart"/>
    <dgm:cxn modelId="{2F9AD255-4ABD-4F94-B992-5AB9FA9E2495}" type="presParOf" srcId="{E9251080-8D2F-4C05-A801-11F68F44654F}" destId="{177255CF-B7A3-43F0-A474-243A170344BD}" srcOrd="1" destOrd="0" presId="urn:microsoft.com/office/officeart/2009/3/layout/HorizontalOrganizationChart"/>
    <dgm:cxn modelId="{CE7ECEF2-75D6-4A57-8A69-A8698734C0F3}" type="presParOf" srcId="{E9251080-8D2F-4C05-A801-11F68F44654F}" destId="{F558DA51-9C6F-4B95-AA9A-AAC2915F6D15}" srcOrd="2" destOrd="0" presId="urn:microsoft.com/office/officeart/2009/3/layout/HorizontalOrganizationChart"/>
    <dgm:cxn modelId="{9959B961-03B6-4458-B703-4DA4D03EF682}" type="presParOf" srcId="{1F2A9E91-7D1D-41CF-B272-188117AE66D0}" destId="{4F1DAFA8-9498-437D-A714-5744120F34DB}" srcOrd="1" destOrd="0" presId="urn:microsoft.com/office/officeart/2009/3/layout/HorizontalOrganizationChart"/>
    <dgm:cxn modelId="{409D6B36-7D0E-45BD-9481-688811998F83}" type="presParOf" srcId="{4F1DAFA8-9498-437D-A714-5744120F34DB}" destId="{FAEA158D-F16B-4FA8-881D-7FB0A413FAE5}" srcOrd="0" destOrd="0" presId="urn:microsoft.com/office/officeart/2009/3/layout/HorizontalOrganizationChart"/>
    <dgm:cxn modelId="{ED58A736-0589-4136-BCB0-B69402B38E4E}" type="presParOf" srcId="{FAEA158D-F16B-4FA8-881D-7FB0A413FAE5}" destId="{918019FD-AE0D-4347-96E3-1568B9E9991A}" srcOrd="0" destOrd="0" presId="urn:microsoft.com/office/officeart/2009/3/layout/HorizontalOrganizationChart"/>
    <dgm:cxn modelId="{3295D6E3-9197-4798-AE84-5197F41A6107}" type="presParOf" srcId="{FAEA158D-F16B-4FA8-881D-7FB0A413FAE5}" destId="{4D7C9FC0-2255-49DE-944C-9B66D5D7B806}" srcOrd="1" destOrd="0" presId="urn:microsoft.com/office/officeart/2009/3/layout/HorizontalOrganizationChart"/>
    <dgm:cxn modelId="{68011124-14B8-475F-A80F-253ACFCD1F3B}" type="presParOf" srcId="{4F1DAFA8-9498-437D-A714-5744120F34DB}" destId="{96D784E0-17BD-4DA2-9A07-413A86D0F918}" srcOrd="1" destOrd="0" presId="urn:microsoft.com/office/officeart/2009/3/layout/HorizontalOrganizationChart"/>
    <dgm:cxn modelId="{1F9AC886-BC6A-4A65-8D33-FCE19D822EBD}" type="presParOf" srcId="{4F1DAFA8-9498-437D-A714-5744120F34DB}" destId="{2271D836-0A4A-48AF-8D9D-608C29B5D198}" srcOrd="2" destOrd="0" presId="urn:microsoft.com/office/officeart/2009/3/layout/HorizontalOrganizationChart"/>
    <dgm:cxn modelId="{302753D1-6B9E-49AD-BC06-3AC94DB45717}" type="presParOf" srcId="{1F2A9E91-7D1D-41CF-B272-188117AE66D0}" destId="{5F89F13B-4DE1-499D-BAF8-0F47EAA2FE42}" srcOrd="2" destOrd="0" presId="urn:microsoft.com/office/officeart/2009/3/layout/HorizontalOrganizationChart"/>
    <dgm:cxn modelId="{7F5C2F1E-49DB-4327-82E8-84B1B04BD5CE}" type="presParOf" srcId="{5F89F13B-4DE1-499D-BAF8-0F47EAA2FE42}" destId="{CADCC13C-8A99-4D99-814B-93052E87C622}" srcOrd="0" destOrd="0" presId="urn:microsoft.com/office/officeart/2009/3/layout/HorizontalOrganizationChart"/>
    <dgm:cxn modelId="{3A265408-8435-4BA6-A6AB-7FB976F27F1D}" type="presParOf" srcId="{CADCC13C-8A99-4D99-814B-93052E87C622}" destId="{1347CC89-D4FD-4401-B7C3-65D3CF44B46B}" srcOrd="0" destOrd="0" presId="urn:microsoft.com/office/officeart/2009/3/layout/HorizontalOrganizationChart"/>
    <dgm:cxn modelId="{5834F132-EC5C-4000-90FA-A9AD75556D02}" type="presParOf" srcId="{CADCC13C-8A99-4D99-814B-93052E87C622}" destId="{A8B7467B-571C-4E3C-B6ED-D5E1CE3D92D1}" srcOrd="1" destOrd="0" presId="urn:microsoft.com/office/officeart/2009/3/layout/HorizontalOrganizationChart"/>
    <dgm:cxn modelId="{9313A663-60BC-46FA-ADE9-881FAB599A45}" type="presParOf" srcId="{5F89F13B-4DE1-499D-BAF8-0F47EAA2FE42}" destId="{401BE32F-ECE6-4FE0-AC86-92DBF099F31F}" srcOrd="1" destOrd="0" presId="urn:microsoft.com/office/officeart/2009/3/layout/HorizontalOrganizationChart"/>
    <dgm:cxn modelId="{FB34814B-711B-44A3-B8CA-39013F5EC7E2}" type="presParOf" srcId="{401BE32F-ECE6-4FE0-AC86-92DBF099F31F}" destId="{1206E64D-9BF4-4774-9B77-E98C612C0591}" srcOrd="0" destOrd="0" presId="urn:microsoft.com/office/officeart/2009/3/layout/HorizontalOrganizationChart"/>
    <dgm:cxn modelId="{D79A9B95-0B70-459B-9210-83ADC04EC667}" type="presParOf" srcId="{401BE32F-ECE6-4FE0-AC86-92DBF099F31F}" destId="{7FCC3636-48C7-4AB1-8B67-07697A193876}" srcOrd="1" destOrd="0" presId="urn:microsoft.com/office/officeart/2009/3/layout/HorizontalOrganizationChart"/>
    <dgm:cxn modelId="{36B7F94E-C4C1-4B4D-8DBD-76EC189D69CD}" type="presParOf" srcId="{7FCC3636-48C7-4AB1-8B67-07697A193876}" destId="{76711B4F-7C46-4179-94C2-FF975CDEB0B1}" srcOrd="0" destOrd="0" presId="urn:microsoft.com/office/officeart/2009/3/layout/HorizontalOrganizationChart"/>
    <dgm:cxn modelId="{87392A2E-6529-4CE2-8D3C-C35C57426CF5}" type="presParOf" srcId="{76711B4F-7C46-4179-94C2-FF975CDEB0B1}" destId="{2EF1D61C-3E80-46BC-AB6E-F151DD3832F6}" srcOrd="0" destOrd="0" presId="urn:microsoft.com/office/officeart/2009/3/layout/HorizontalOrganizationChart"/>
    <dgm:cxn modelId="{754C4D2B-4790-44C4-880A-80F9FDD5A985}" type="presParOf" srcId="{76711B4F-7C46-4179-94C2-FF975CDEB0B1}" destId="{33842FB1-54A7-48D0-9E9A-8E2F14451ED7}" srcOrd="1" destOrd="0" presId="urn:microsoft.com/office/officeart/2009/3/layout/HorizontalOrganizationChart"/>
    <dgm:cxn modelId="{1F53E808-695D-4542-BE26-788ECB2E65A3}" type="presParOf" srcId="{7FCC3636-48C7-4AB1-8B67-07697A193876}" destId="{8341E475-ED77-45D2-901A-07C4FD731B39}" srcOrd="1" destOrd="0" presId="urn:microsoft.com/office/officeart/2009/3/layout/HorizontalOrganizationChart"/>
    <dgm:cxn modelId="{9891F48E-E1F2-41D2-BCFE-15982D8A4AC9}" type="presParOf" srcId="{7FCC3636-48C7-4AB1-8B67-07697A193876}" destId="{A013F902-A234-44CB-9B18-832F8BFEBC74}" srcOrd="2" destOrd="0" presId="urn:microsoft.com/office/officeart/2009/3/layout/HorizontalOrganizationChart"/>
    <dgm:cxn modelId="{67F8F775-6B09-433F-B091-F877371FF17B}" type="presParOf" srcId="{401BE32F-ECE6-4FE0-AC86-92DBF099F31F}" destId="{316438F1-82E9-4697-8688-F743FA01DDBD}" srcOrd="2" destOrd="0" presId="urn:microsoft.com/office/officeart/2009/3/layout/HorizontalOrganizationChart"/>
    <dgm:cxn modelId="{54A3D034-EF0F-44A5-9718-A4DE4D5F176B}" type="presParOf" srcId="{401BE32F-ECE6-4FE0-AC86-92DBF099F31F}" destId="{E73D24B7-5AB7-4CC1-90D8-792E3603AF08}" srcOrd="3" destOrd="0" presId="urn:microsoft.com/office/officeart/2009/3/layout/HorizontalOrganizationChart"/>
    <dgm:cxn modelId="{E531F50F-60C6-4EE3-9DCF-0CD1194EEA23}" type="presParOf" srcId="{E73D24B7-5AB7-4CC1-90D8-792E3603AF08}" destId="{1F11F6E4-D56B-4F1A-8679-4BE53530EF9C}" srcOrd="0" destOrd="0" presId="urn:microsoft.com/office/officeart/2009/3/layout/HorizontalOrganizationChart"/>
    <dgm:cxn modelId="{F4E35D8B-9447-47E5-A2DD-03A7AC0E9690}" type="presParOf" srcId="{1F11F6E4-D56B-4F1A-8679-4BE53530EF9C}" destId="{C6B26706-4AA6-468A-845C-E2322301A594}" srcOrd="0" destOrd="0" presId="urn:microsoft.com/office/officeart/2009/3/layout/HorizontalOrganizationChart"/>
    <dgm:cxn modelId="{D6CD0B81-1057-4877-91A8-9B6D97B5E1F9}" type="presParOf" srcId="{1F11F6E4-D56B-4F1A-8679-4BE53530EF9C}" destId="{C2CAAC77-33C8-41CD-92C9-5D2E71F71D67}" srcOrd="1" destOrd="0" presId="urn:microsoft.com/office/officeart/2009/3/layout/HorizontalOrganizationChart"/>
    <dgm:cxn modelId="{ABD2AED0-2E8A-47EC-B55F-7AC5BD530F03}" type="presParOf" srcId="{E73D24B7-5AB7-4CC1-90D8-792E3603AF08}" destId="{9AD754B7-790C-45C7-8C3B-1FB08B879B0F}" srcOrd="1" destOrd="0" presId="urn:microsoft.com/office/officeart/2009/3/layout/HorizontalOrganizationChart"/>
    <dgm:cxn modelId="{EC52EF93-08E5-4B01-BD28-CE7AE38DE1D1}" type="presParOf" srcId="{E73D24B7-5AB7-4CC1-90D8-792E3603AF08}" destId="{50D2AA7C-134F-447E-8023-4124ABE38B83}" srcOrd="2" destOrd="0" presId="urn:microsoft.com/office/officeart/2009/3/layout/HorizontalOrganizationChart"/>
    <dgm:cxn modelId="{90F2E5DA-CB72-461E-BE91-3BCF9CD726B3}" type="presParOf" srcId="{401BE32F-ECE6-4FE0-AC86-92DBF099F31F}" destId="{0F1DAE05-9899-4AAB-9018-4B8760CB1986}" srcOrd="4" destOrd="0" presId="urn:microsoft.com/office/officeart/2009/3/layout/HorizontalOrganizationChart"/>
    <dgm:cxn modelId="{6DDC2912-88CF-42C1-B750-2820C8052CE7}" type="presParOf" srcId="{401BE32F-ECE6-4FE0-AC86-92DBF099F31F}" destId="{155597B9-E9C8-4DE3-B031-481B6F8140D3}" srcOrd="5" destOrd="0" presId="urn:microsoft.com/office/officeart/2009/3/layout/HorizontalOrganizationChart"/>
    <dgm:cxn modelId="{04C213B4-9400-4C80-9FA0-389671F320F8}" type="presParOf" srcId="{155597B9-E9C8-4DE3-B031-481B6F8140D3}" destId="{B3128DB6-DC10-4421-B6C2-6B7EF388433F}" srcOrd="0" destOrd="0" presId="urn:microsoft.com/office/officeart/2009/3/layout/HorizontalOrganizationChart"/>
    <dgm:cxn modelId="{DCB7928B-C62E-43B1-88C4-DEBB7F86A10C}" type="presParOf" srcId="{B3128DB6-DC10-4421-B6C2-6B7EF388433F}" destId="{D02D6A67-A1E3-4945-A5C5-C91DB755ADC8}" srcOrd="0" destOrd="0" presId="urn:microsoft.com/office/officeart/2009/3/layout/HorizontalOrganizationChart"/>
    <dgm:cxn modelId="{5CDB578A-EF76-412C-A897-765B23C0C086}" type="presParOf" srcId="{B3128DB6-DC10-4421-B6C2-6B7EF388433F}" destId="{81B67CC4-3F5F-4D50-9A70-D21B04335CE1}" srcOrd="1" destOrd="0" presId="urn:microsoft.com/office/officeart/2009/3/layout/HorizontalOrganizationChart"/>
    <dgm:cxn modelId="{407D8F25-6E7D-4694-8B4E-71AD150DFAE9}" type="presParOf" srcId="{155597B9-E9C8-4DE3-B031-481B6F8140D3}" destId="{CE4552D1-4ED4-419E-AA1E-6FF8E30A54D2}" srcOrd="1" destOrd="0" presId="urn:microsoft.com/office/officeart/2009/3/layout/HorizontalOrganizationChart"/>
    <dgm:cxn modelId="{69391A13-98B3-4C39-BF53-A7CD2FFBC208}" type="presParOf" srcId="{155597B9-E9C8-4DE3-B031-481B6F8140D3}" destId="{FB9027EA-9DE6-46E3-87EB-629D0CCCC2A8}" srcOrd="2" destOrd="0" presId="urn:microsoft.com/office/officeart/2009/3/layout/HorizontalOrganizationChart"/>
    <dgm:cxn modelId="{1DD1F1A6-65F0-4B6C-A20E-A096605C565A}" type="presParOf" srcId="{401BE32F-ECE6-4FE0-AC86-92DBF099F31F}" destId="{0C6EA6BD-33D2-4779-AF8C-A1D29B095035}" srcOrd="6" destOrd="0" presId="urn:microsoft.com/office/officeart/2009/3/layout/HorizontalOrganizationChart"/>
    <dgm:cxn modelId="{317F4FDC-7B47-4B4C-83FA-16A38020A177}" type="presParOf" srcId="{401BE32F-ECE6-4FE0-AC86-92DBF099F31F}" destId="{7A8504BC-9ACA-4731-8541-DABB1204D81E}" srcOrd="7" destOrd="0" presId="urn:microsoft.com/office/officeart/2009/3/layout/HorizontalOrganizationChart"/>
    <dgm:cxn modelId="{CCACD040-17AC-48AB-A12E-A8C865550F48}" type="presParOf" srcId="{7A8504BC-9ACA-4731-8541-DABB1204D81E}" destId="{519009AC-CCB3-431D-B3F7-2A2E102F507F}" srcOrd="0" destOrd="0" presId="urn:microsoft.com/office/officeart/2009/3/layout/HorizontalOrganizationChart"/>
    <dgm:cxn modelId="{9CD98247-36F1-4571-B21E-A5C6D77BF5DC}" type="presParOf" srcId="{519009AC-CCB3-431D-B3F7-2A2E102F507F}" destId="{743EA470-85A5-4F06-BEFB-797A870A00E0}" srcOrd="0" destOrd="0" presId="urn:microsoft.com/office/officeart/2009/3/layout/HorizontalOrganizationChart"/>
    <dgm:cxn modelId="{6D3A4464-8C7B-4E9F-B594-C4E0313354F5}" type="presParOf" srcId="{519009AC-CCB3-431D-B3F7-2A2E102F507F}" destId="{9A4490C1-D966-432E-BBF8-3E2DF802C6FC}" srcOrd="1" destOrd="0" presId="urn:microsoft.com/office/officeart/2009/3/layout/HorizontalOrganizationChart"/>
    <dgm:cxn modelId="{62C8DDAF-BD70-4E1A-8FB7-F1878DD33FCB}" type="presParOf" srcId="{7A8504BC-9ACA-4731-8541-DABB1204D81E}" destId="{6B27DFBD-EE90-4B23-924B-10F568C06726}" srcOrd="1" destOrd="0" presId="urn:microsoft.com/office/officeart/2009/3/layout/HorizontalOrganizationChart"/>
    <dgm:cxn modelId="{F772F848-F744-4A62-BCC8-DB904DCF6395}" type="presParOf" srcId="{7A8504BC-9ACA-4731-8541-DABB1204D81E}" destId="{ABC6C6E3-1070-472E-93CD-0C167A2E5C8D}" srcOrd="2" destOrd="0" presId="urn:microsoft.com/office/officeart/2009/3/layout/HorizontalOrganizationChart"/>
    <dgm:cxn modelId="{2271D8F5-7987-4D6B-8719-24D07B188609}" type="presParOf" srcId="{5F89F13B-4DE1-499D-BAF8-0F47EAA2FE42}" destId="{AAEAD1C4-FDE1-4075-AE7B-5F6A937351DD}" srcOrd="2" destOrd="0" presId="urn:microsoft.com/office/officeart/2009/3/layout/Horizontal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74CE16-6130-48D2-B609-29D57CF97EB4}">
      <dsp:nvSpPr>
        <dsp:cNvPr id="0" name=""/>
        <dsp:cNvSpPr/>
      </dsp:nvSpPr>
      <dsp:spPr>
        <a:xfrm>
          <a:off x="928596" y="238939"/>
          <a:ext cx="1483312" cy="14833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D7A4639-5D26-47E6-A3B3-3A5EE6997AA2}">
      <dsp:nvSpPr>
        <dsp:cNvPr id="0" name=""/>
        <dsp:cNvSpPr/>
      </dsp:nvSpPr>
      <dsp:spPr>
        <a:xfrm>
          <a:off x="22128" y="2111172"/>
          <a:ext cx="329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b="1" kern="1200" dirty="0"/>
            <a:t>Date – 23rd Jan 2024</a:t>
          </a:r>
          <a:endParaRPr lang="en-US" sz="2400" kern="1200" dirty="0"/>
        </a:p>
      </dsp:txBody>
      <dsp:txXfrm>
        <a:off x="22128" y="2111172"/>
        <a:ext cx="3296250" cy="720000"/>
      </dsp:txXfrm>
    </dsp:sp>
    <dsp:sp modelId="{A3C2553A-C0B6-44F2-95DB-6B379C1484E7}">
      <dsp:nvSpPr>
        <dsp:cNvPr id="0" name=""/>
        <dsp:cNvSpPr/>
      </dsp:nvSpPr>
      <dsp:spPr>
        <a:xfrm>
          <a:off x="4801690" y="238939"/>
          <a:ext cx="1483312" cy="14833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313F69A-91A6-498C-B552-7D57453FD36D}">
      <dsp:nvSpPr>
        <dsp:cNvPr id="0" name=""/>
        <dsp:cNvSpPr/>
      </dsp:nvSpPr>
      <dsp:spPr>
        <a:xfrm>
          <a:off x="3895221" y="2111172"/>
          <a:ext cx="329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b="1" kern="1200" dirty="0"/>
            <a:t>Trainer – Niranjan Dive</a:t>
          </a:r>
          <a:endParaRPr lang="en-US" sz="2400" kern="1200" dirty="0"/>
        </a:p>
      </dsp:txBody>
      <dsp:txXfrm>
        <a:off x="3895221" y="2111172"/>
        <a:ext cx="32962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7F7FB2-45CB-4260-B106-BD5507FA88F8}">
      <dsp:nvSpPr>
        <dsp:cNvPr id="0" name=""/>
        <dsp:cNvSpPr/>
      </dsp:nvSpPr>
      <dsp:spPr>
        <a:xfrm>
          <a:off x="-41402" y="7148"/>
          <a:ext cx="7911811" cy="128449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D15B2F-7114-4620-AA35-B4642D6AAC40}">
      <dsp:nvSpPr>
        <dsp:cNvPr id="0" name=""/>
        <dsp:cNvSpPr/>
      </dsp:nvSpPr>
      <dsp:spPr>
        <a:xfrm>
          <a:off x="347156" y="296159"/>
          <a:ext cx="706470" cy="7064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D366B60-7EBD-4471-A8FE-EBEA9CFBAA98}">
      <dsp:nvSpPr>
        <dsp:cNvPr id="0" name=""/>
        <dsp:cNvSpPr/>
      </dsp:nvSpPr>
      <dsp:spPr>
        <a:xfrm>
          <a:off x="1442184" y="7148"/>
          <a:ext cx="6425321" cy="12844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942" tIns="135942" rIns="135942" bIns="135942" numCol="1" spcCol="1270" anchor="ctr" anchorCtr="0">
          <a:noAutofit/>
        </a:bodyPr>
        <a:lstStyle/>
        <a:p>
          <a:pPr marL="0" lvl="0" indent="0" algn="l" defTabSz="1111250">
            <a:lnSpc>
              <a:spcPct val="90000"/>
            </a:lnSpc>
            <a:spcBef>
              <a:spcPct val="0"/>
            </a:spcBef>
            <a:spcAft>
              <a:spcPct val="35000"/>
            </a:spcAft>
            <a:buNone/>
          </a:pPr>
          <a:r>
            <a:rPr lang="en-US" sz="2500" kern="1200" dirty="0"/>
            <a:t>Help you track/manage/distribute revisions</a:t>
          </a:r>
        </a:p>
      </dsp:txBody>
      <dsp:txXfrm>
        <a:off x="1442184" y="7148"/>
        <a:ext cx="6425321" cy="1284491"/>
      </dsp:txXfrm>
    </dsp:sp>
    <dsp:sp modelId="{156C7072-EDD1-484C-8F63-B00AFEA8ADF5}">
      <dsp:nvSpPr>
        <dsp:cNvPr id="0" name=""/>
        <dsp:cNvSpPr/>
      </dsp:nvSpPr>
      <dsp:spPr>
        <a:xfrm>
          <a:off x="-41402" y="1612762"/>
          <a:ext cx="7911811" cy="1284491"/>
        </a:xfrm>
        <a:prstGeom prst="roundRect">
          <a:avLst>
            <a:gd name="adj" fmla="val 10000"/>
          </a:avLst>
        </a:prstGeom>
        <a:solidFill>
          <a:schemeClr val="accent2">
            <a:hueOff val="-1482143"/>
            <a:satOff val="7100"/>
            <a:lumOff val="6569"/>
            <a:alphaOff val="0"/>
          </a:schemeClr>
        </a:solidFill>
        <a:ln>
          <a:noFill/>
        </a:ln>
        <a:effectLst/>
      </dsp:spPr>
      <dsp:style>
        <a:lnRef idx="0">
          <a:scrgbClr r="0" g="0" b="0"/>
        </a:lnRef>
        <a:fillRef idx="1">
          <a:scrgbClr r="0" g="0" b="0"/>
        </a:fillRef>
        <a:effectRef idx="0">
          <a:scrgbClr r="0" g="0" b="0"/>
        </a:effectRef>
        <a:fontRef idx="minor"/>
      </dsp:style>
    </dsp:sp>
    <dsp:sp modelId="{242CEF74-637A-4756-8224-B513097DEA99}">
      <dsp:nvSpPr>
        <dsp:cNvPr id="0" name=""/>
        <dsp:cNvSpPr/>
      </dsp:nvSpPr>
      <dsp:spPr>
        <a:xfrm>
          <a:off x="347156" y="1901773"/>
          <a:ext cx="706470" cy="7064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127FB3D-2C88-478E-8113-0F0B0B3D116A}">
      <dsp:nvSpPr>
        <dsp:cNvPr id="0" name=""/>
        <dsp:cNvSpPr/>
      </dsp:nvSpPr>
      <dsp:spPr>
        <a:xfrm>
          <a:off x="1442184" y="1612762"/>
          <a:ext cx="6425321" cy="12844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942" tIns="135942" rIns="135942" bIns="135942" numCol="1" spcCol="1270" anchor="ctr" anchorCtr="0">
          <a:noAutofit/>
        </a:bodyPr>
        <a:lstStyle/>
        <a:p>
          <a:pPr marL="0" lvl="0" indent="0" algn="l" defTabSz="1111250">
            <a:lnSpc>
              <a:spcPct val="90000"/>
            </a:lnSpc>
            <a:spcBef>
              <a:spcPct val="0"/>
            </a:spcBef>
            <a:spcAft>
              <a:spcPct val="35000"/>
            </a:spcAft>
            <a:buNone/>
          </a:pPr>
          <a:r>
            <a:rPr lang="en-US" sz="2500" kern="1200"/>
            <a:t>Standard in modern development</a:t>
          </a:r>
        </a:p>
      </dsp:txBody>
      <dsp:txXfrm>
        <a:off x="1442184" y="1612762"/>
        <a:ext cx="6425321" cy="1284491"/>
      </dsp:txXfrm>
    </dsp:sp>
    <dsp:sp modelId="{DF42B44B-0FDB-4944-9523-6EF4DC719549}">
      <dsp:nvSpPr>
        <dsp:cNvPr id="0" name=""/>
        <dsp:cNvSpPr/>
      </dsp:nvSpPr>
      <dsp:spPr>
        <a:xfrm>
          <a:off x="-41402" y="3218376"/>
          <a:ext cx="7911811" cy="1284491"/>
        </a:xfrm>
        <a:prstGeom prst="roundRect">
          <a:avLst>
            <a:gd name="adj" fmla="val 10000"/>
          </a:avLst>
        </a:prstGeom>
        <a:solidFill>
          <a:schemeClr val="accent2">
            <a:hueOff val="-2964286"/>
            <a:satOff val="14200"/>
            <a:lumOff val="13137"/>
            <a:alphaOff val="0"/>
          </a:schemeClr>
        </a:solidFill>
        <a:ln>
          <a:noFill/>
        </a:ln>
        <a:effectLst/>
      </dsp:spPr>
      <dsp:style>
        <a:lnRef idx="0">
          <a:scrgbClr r="0" g="0" b="0"/>
        </a:lnRef>
        <a:fillRef idx="1">
          <a:scrgbClr r="0" g="0" b="0"/>
        </a:fillRef>
        <a:effectRef idx="0">
          <a:scrgbClr r="0" g="0" b="0"/>
        </a:effectRef>
        <a:fontRef idx="minor"/>
      </dsp:style>
    </dsp:sp>
    <dsp:sp modelId="{B1F21DB3-960A-4835-8D99-673373720681}">
      <dsp:nvSpPr>
        <dsp:cNvPr id="0" name=""/>
        <dsp:cNvSpPr/>
      </dsp:nvSpPr>
      <dsp:spPr>
        <a:xfrm>
          <a:off x="347156" y="3507387"/>
          <a:ext cx="706470" cy="70647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8D6BC17-920E-4011-A22F-B8CC88954C86}">
      <dsp:nvSpPr>
        <dsp:cNvPr id="0" name=""/>
        <dsp:cNvSpPr/>
      </dsp:nvSpPr>
      <dsp:spPr>
        <a:xfrm>
          <a:off x="1442184" y="3218376"/>
          <a:ext cx="3560314" cy="12844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942" tIns="135942" rIns="135942" bIns="135942" numCol="1" spcCol="1270" anchor="ctr" anchorCtr="0">
          <a:noAutofit/>
        </a:bodyPr>
        <a:lstStyle/>
        <a:p>
          <a:pPr marL="0" lvl="0" indent="0" algn="l" defTabSz="1111250">
            <a:lnSpc>
              <a:spcPct val="90000"/>
            </a:lnSpc>
            <a:spcBef>
              <a:spcPct val="0"/>
            </a:spcBef>
            <a:spcAft>
              <a:spcPct val="35000"/>
            </a:spcAft>
            <a:buNone/>
          </a:pPr>
          <a:r>
            <a:rPr lang="en-US" sz="2500" kern="1200"/>
            <a:t>Examples:</a:t>
          </a:r>
        </a:p>
      </dsp:txBody>
      <dsp:txXfrm>
        <a:off x="1442184" y="3218376"/>
        <a:ext cx="3560314" cy="1284491"/>
      </dsp:txXfrm>
    </dsp:sp>
    <dsp:sp modelId="{C492757A-DAFF-48C1-874B-FB2DABBD816A}">
      <dsp:nvSpPr>
        <dsp:cNvPr id="0" name=""/>
        <dsp:cNvSpPr/>
      </dsp:nvSpPr>
      <dsp:spPr>
        <a:xfrm>
          <a:off x="4916793" y="3218376"/>
          <a:ext cx="3036420" cy="12844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942" tIns="135942" rIns="135942" bIns="135942" numCol="1" spcCol="1270" anchor="ctr" anchorCtr="0">
          <a:noAutofit/>
        </a:bodyPr>
        <a:lstStyle/>
        <a:p>
          <a:pPr marL="0" lvl="0" indent="0" algn="l" defTabSz="622300">
            <a:lnSpc>
              <a:spcPct val="90000"/>
            </a:lnSpc>
            <a:spcBef>
              <a:spcPct val="0"/>
            </a:spcBef>
            <a:spcAft>
              <a:spcPct val="35000"/>
            </a:spcAft>
            <a:buNone/>
          </a:pPr>
          <a:r>
            <a:rPr lang="en-US" sz="1400" kern="1200" dirty="0"/>
            <a:t>Revision Control System (RCS)</a:t>
          </a:r>
        </a:p>
        <a:p>
          <a:pPr marL="0" lvl="0" indent="0" algn="l" defTabSz="622300">
            <a:lnSpc>
              <a:spcPct val="90000"/>
            </a:lnSpc>
            <a:spcBef>
              <a:spcPct val="0"/>
            </a:spcBef>
            <a:spcAft>
              <a:spcPct val="35000"/>
            </a:spcAft>
            <a:buNone/>
          </a:pPr>
          <a:r>
            <a:rPr lang="en-US" sz="1400" kern="1200" dirty="0"/>
            <a:t>Concurrent Versions System (CVS)</a:t>
          </a:r>
        </a:p>
        <a:p>
          <a:pPr marL="0" lvl="0" indent="0" algn="l" defTabSz="622300">
            <a:lnSpc>
              <a:spcPct val="90000"/>
            </a:lnSpc>
            <a:spcBef>
              <a:spcPct val="0"/>
            </a:spcBef>
            <a:spcAft>
              <a:spcPct val="35000"/>
            </a:spcAft>
            <a:buNone/>
          </a:pPr>
          <a:r>
            <a:rPr lang="en-US" sz="1400" kern="1200" dirty="0"/>
            <a:t>Subversion (SVN)</a:t>
          </a:r>
        </a:p>
        <a:p>
          <a:pPr marL="0" lvl="0" indent="0" algn="l" defTabSz="622300">
            <a:lnSpc>
              <a:spcPct val="90000"/>
            </a:lnSpc>
            <a:spcBef>
              <a:spcPct val="0"/>
            </a:spcBef>
            <a:spcAft>
              <a:spcPct val="35000"/>
            </a:spcAft>
            <a:buNone/>
          </a:pPr>
          <a:r>
            <a:rPr lang="en-US" sz="1400" b="1" u="sng" kern="1200" dirty="0">
              <a:solidFill>
                <a:srgbClr val="FF0000"/>
              </a:solidFill>
            </a:rPr>
            <a:t>Git</a:t>
          </a:r>
        </a:p>
      </dsp:txBody>
      <dsp:txXfrm>
        <a:off x="4916793" y="3218376"/>
        <a:ext cx="3036420" cy="128449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6EA6BD-33D2-4779-AF8C-A1D29B095035}">
      <dsp:nvSpPr>
        <dsp:cNvPr id="0" name=""/>
        <dsp:cNvSpPr/>
      </dsp:nvSpPr>
      <dsp:spPr>
        <a:xfrm>
          <a:off x="3380934" y="2289546"/>
          <a:ext cx="451730" cy="1456831"/>
        </a:xfrm>
        <a:custGeom>
          <a:avLst/>
          <a:gdLst/>
          <a:ahLst/>
          <a:cxnLst/>
          <a:rect l="0" t="0" r="0" b="0"/>
          <a:pathLst>
            <a:path>
              <a:moveTo>
                <a:pt x="0" y="0"/>
              </a:moveTo>
              <a:lnTo>
                <a:pt x="225865" y="0"/>
              </a:lnTo>
              <a:lnTo>
                <a:pt x="225865" y="1456831"/>
              </a:lnTo>
              <a:lnTo>
                <a:pt x="451730" y="1456831"/>
              </a:lnTo>
            </a:path>
          </a:pathLst>
        </a:custGeom>
        <a:noFill/>
        <a:ln w="19050" cap="rnd"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1DAE05-9899-4AAB-9018-4B8760CB1986}">
      <dsp:nvSpPr>
        <dsp:cNvPr id="0" name=""/>
        <dsp:cNvSpPr/>
      </dsp:nvSpPr>
      <dsp:spPr>
        <a:xfrm>
          <a:off x="3380934" y="2289546"/>
          <a:ext cx="451730" cy="485610"/>
        </a:xfrm>
        <a:custGeom>
          <a:avLst/>
          <a:gdLst/>
          <a:ahLst/>
          <a:cxnLst/>
          <a:rect l="0" t="0" r="0" b="0"/>
          <a:pathLst>
            <a:path>
              <a:moveTo>
                <a:pt x="0" y="0"/>
              </a:moveTo>
              <a:lnTo>
                <a:pt x="225865" y="0"/>
              </a:lnTo>
              <a:lnTo>
                <a:pt x="225865" y="485610"/>
              </a:lnTo>
              <a:lnTo>
                <a:pt x="451730" y="485610"/>
              </a:lnTo>
            </a:path>
          </a:pathLst>
        </a:custGeom>
        <a:noFill/>
        <a:ln w="19050" cap="rnd"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16438F1-82E9-4697-8688-F743FA01DDBD}">
      <dsp:nvSpPr>
        <dsp:cNvPr id="0" name=""/>
        <dsp:cNvSpPr/>
      </dsp:nvSpPr>
      <dsp:spPr>
        <a:xfrm>
          <a:off x="3380934" y="1803935"/>
          <a:ext cx="451730" cy="485610"/>
        </a:xfrm>
        <a:custGeom>
          <a:avLst/>
          <a:gdLst/>
          <a:ahLst/>
          <a:cxnLst/>
          <a:rect l="0" t="0" r="0" b="0"/>
          <a:pathLst>
            <a:path>
              <a:moveTo>
                <a:pt x="0" y="485610"/>
              </a:moveTo>
              <a:lnTo>
                <a:pt x="225865" y="485610"/>
              </a:lnTo>
              <a:lnTo>
                <a:pt x="225865" y="0"/>
              </a:lnTo>
              <a:lnTo>
                <a:pt x="451730" y="0"/>
              </a:lnTo>
            </a:path>
          </a:pathLst>
        </a:custGeom>
        <a:noFill/>
        <a:ln w="19050" cap="rnd"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06E64D-9BF4-4774-9B77-E98C612C0591}">
      <dsp:nvSpPr>
        <dsp:cNvPr id="0" name=""/>
        <dsp:cNvSpPr/>
      </dsp:nvSpPr>
      <dsp:spPr>
        <a:xfrm>
          <a:off x="3380934" y="832715"/>
          <a:ext cx="451730" cy="1456831"/>
        </a:xfrm>
        <a:custGeom>
          <a:avLst/>
          <a:gdLst/>
          <a:ahLst/>
          <a:cxnLst/>
          <a:rect l="0" t="0" r="0" b="0"/>
          <a:pathLst>
            <a:path>
              <a:moveTo>
                <a:pt x="0" y="1456831"/>
              </a:moveTo>
              <a:lnTo>
                <a:pt x="225865" y="1456831"/>
              </a:lnTo>
              <a:lnTo>
                <a:pt x="225865" y="0"/>
              </a:lnTo>
              <a:lnTo>
                <a:pt x="451730" y="0"/>
              </a:lnTo>
            </a:path>
          </a:pathLst>
        </a:custGeom>
        <a:noFill/>
        <a:ln w="19050" cap="rnd"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489F3AD-2E08-4B84-A2B5-3C248CB904FE}">
      <dsp:nvSpPr>
        <dsp:cNvPr id="0" name=""/>
        <dsp:cNvSpPr/>
      </dsp:nvSpPr>
      <dsp:spPr>
        <a:xfrm>
          <a:off x="1122281" y="2660"/>
          <a:ext cx="2258652" cy="688889"/>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Enable sharing version control repos</a:t>
          </a:r>
        </a:p>
      </dsp:txBody>
      <dsp:txXfrm>
        <a:off x="1122281" y="2660"/>
        <a:ext cx="2258652" cy="688889"/>
      </dsp:txXfrm>
    </dsp:sp>
    <dsp:sp modelId="{918019FD-AE0D-4347-96E3-1568B9E9991A}">
      <dsp:nvSpPr>
        <dsp:cNvPr id="0" name=""/>
        <dsp:cNvSpPr/>
      </dsp:nvSpPr>
      <dsp:spPr>
        <a:xfrm>
          <a:off x="1122281" y="973880"/>
          <a:ext cx="2258652" cy="688889"/>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t>Internet/Web based</a:t>
          </a:r>
        </a:p>
      </dsp:txBody>
      <dsp:txXfrm>
        <a:off x="1122281" y="973880"/>
        <a:ext cx="2258652" cy="688889"/>
      </dsp:txXfrm>
    </dsp:sp>
    <dsp:sp modelId="{1347CC89-D4FD-4401-B7C3-65D3CF44B46B}">
      <dsp:nvSpPr>
        <dsp:cNvPr id="0" name=""/>
        <dsp:cNvSpPr/>
      </dsp:nvSpPr>
      <dsp:spPr>
        <a:xfrm>
          <a:off x="1122281" y="1945101"/>
          <a:ext cx="2258652" cy="688889"/>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t>Examples:</a:t>
          </a:r>
        </a:p>
      </dsp:txBody>
      <dsp:txXfrm>
        <a:off x="1122281" y="1945101"/>
        <a:ext cx="2258652" cy="688889"/>
      </dsp:txXfrm>
    </dsp:sp>
    <dsp:sp modelId="{2EF1D61C-3E80-46BC-AB6E-F151DD3832F6}">
      <dsp:nvSpPr>
        <dsp:cNvPr id="0" name=""/>
        <dsp:cNvSpPr/>
      </dsp:nvSpPr>
      <dsp:spPr>
        <a:xfrm>
          <a:off x="3832665" y="488270"/>
          <a:ext cx="2258652" cy="688889"/>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t>SourceForge</a:t>
          </a:r>
        </a:p>
      </dsp:txBody>
      <dsp:txXfrm>
        <a:off x="3832665" y="488270"/>
        <a:ext cx="2258652" cy="688889"/>
      </dsp:txXfrm>
    </dsp:sp>
    <dsp:sp modelId="{C6B26706-4AA6-468A-845C-E2322301A594}">
      <dsp:nvSpPr>
        <dsp:cNvPr id="0" name=""/>
        <dsp:cNvSpPr/>
      </dsp:nvSpPr>
      <dsp:spPr>
        <a:xfrm>
          <a:off x="3832665" y="1459491"/>
          <a:ext cx="2258652" cy="688889"/>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t>Bitbucket</a:t>
          </a:r>
        </a:p>
      </dsp:txBody>
      <dsp:txXfrm>
        <a:off x="3832665" y="1459491"/>
        <a:ext cx="2258652" cy="688889"/>
      </dsp:txXfrm>
    </dsp:sp>
    <dsp:sp modelId="{D02D6A67-A1E3-4945-A5C5-C91DB755ADC8}">
      <dsp:nvSpPr>
        <dsp:cNvPr id="0" name=""/>
        <dsp:cNvSpPr/>
      </dsp:nvSpPr>
      <dsp:spPr>
        <a:xfrm>
          <a:off x="3832665" y="2430711"/>
          <a:ext cx="2258652" cy="688889"/>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t>GitLab</a:t>
          </a:r>
        </a:p>
      </dsp:txBody>
      <dsp:txXfrm>
        <a:off x="3832665" y="2430711"/>
        <a:ext cx="2258652" cy="688889"/>
      </dsp:txXfrm>
    </dsp:sp>
    <dsp:sp modelId="{743EA470-85A5-4F06-BEFB-797A870A00E0}">
      <dsp:nvSpPr>
        <dsp:cNvPr id="0" name=""/>
        <dsp:cNvSpPr/>
      </dsp:nvSpPr>
      <dsp:spPr>
        <a:xfrm>
          <a:off x="3832665" y="3401932"/>
          <a:ext cx="2258652" cy="688889"/>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FF0000"/>
              </a:solidFill>
            </a:rPr>
            <a:t>GitHub</a:t>
          </a:r>
        </a:p>
      </dsp:txBody>
      <dsp:txXfrm>
        <a:off x="3832665" y="3401932"/>
        <a:ext cx="2258652" cy="688889"/>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ＭＳ Ｐゴシック" charset="0"/>
                <a:cs typeface="ＭＳ Ｐゴシック"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ECA3647C-4606-9940-8BC7-AC15F5C0BEC6}" type="datetimeFigureOut">
              <a:rPr lang="en-US" altLang="en-US"/>
              <a:pPr/>
              <a:t>1/23/2024</a:t>
            </a:fld>
            <a:endParaRPr lang="en-US"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ＭＳ Ｐゴシック" charset="0"/>
                <a:cs typeface="ＭＳ Ｐゴシック"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6C5DB9EB-B960-2148-85EE-3FD8434E0216}" type="slidenum">
              <a:rPr lang="en-US" altLang="en-US"/>
              <a:pPr/>
              <a:t>‹#›</a:t>
            </a:fld>
            <a:endParaRPr lang="en-US" altLang="en-US"/>
          </a:p>
        </p:txBody>
      </p:sp>
    </p:spTree>
    <p:extLst>
      <p:ext uri="{BB962C8B-B14F-4D97-AF65-F5344CB8AC3E}">
        <p14:creationId xmlns:p14="http://schemas.microsoft.com/office/powerpoint/2010/main" val="176063063"/>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5DB9EB-B960-2148-85EE-3FD8434E0216}" type="slidenum">
              <a:rPr lang="en-US" altLang="en-US" smtClean="0"/>
              <a:pPr/>
              <a:t>6</a:t>
            </a:fld>
            <a:endParaRPr lang="en-US" altLang="en-US"/>
          </a:p>
        </p:txBody>
      </p:sp>
    </p:spTree>
    <p:extLst>
      <p:ext uri="{BB962C8B-B14F-4D97-AF65-F5344CB8AC3E}">
        <p14:creationId xmlns:p14="http://schemas.microsoft.com/office/powerpoint/2010/main" val="207146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9D2C7E-691D-3A4B-AD7D-C3BFD56A37A5}" type="datetimeFigureOut">
              <a:rPr lang="en-US" altLang="en-US" smtClean="0"/>
              <a:pPr/>
              <a:t>1/23/2024</a:t>
            </a:fld>
            <a:endParaRPr lang="en-US" alt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87708FC6-2C8D-4940-AAB3-73CD37826DDA}" type="slidenum">
              <a:rPr lang="en-US" altLang="en-US" smtClean="0"/>
              <a:pPr/>
              <a:t>‹#›</a:t>
            </a:fld>
            <a:endParaRPr lang="en-US" altLang="en-US"/>
          </a:p>
        </p:txBody>
      </p:sp>
    </p:spTree>
    <p:extLst>
      <p:ext uri="{BB962C8B-B14F-4D97-AF65-F5344CB8AC3E}">
        <p14:creationId xmlns:p14="http://schemas.microsoft.com/office/powerpoint/2010/main" val="324112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CA7A8F-6EAD-6142-A26D-A4E5D1972BCD}" type="datetimeFigureOut">
              <a:rPr lang="en-US" altLang="en-US" smtClean="0"/>
              <a:pPr/>
              <a:t>1/23/2024</a:t>
            </a:fld>
            <a:endParaRPr lang="en-US" alt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D9C013C3-E711-AC43-98FD-25A9A6BFC371}" type="slidenum">
              <a:rPr lang="en-US" altLang="en-US" smtClean="0"/>
              <a:pPr/>
              <a:t>‹#›</a:t>
            </a:fld>
            <a:endParaRPr lang="en-US" altLang="en-US"/>
          </a:p>
        </p:txBody>
      </p:sp>
    </p:spTree>
    <p:extLst>
      <p:ext uri="{BB962C8B-B14F-4D97-AF65-F5344CB8AC3E}">
        <p14:creationId xmlns:p14="http://schemas.microsoft.com/office/powerpoint/2010/main" val="240717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8A986F-074A-8F4A-8F37-C259542CDD19}" type="datetimeFigureOut">
              <a:rPr lang="en-US" altLang="en-US" smtClean="0"/>
              <a:pPr/>
              <a:t>1/23/2024</a:t>
            </a:fld>
            <a:endParaRPr lang="en-US" alt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9F9D634B-6035-7743-AEC9-FE67E8BABCAE}" type="slidenum">
              <a:rPr lang="en-US" altLang="en-US" smtClean="0"/>
              <a:pPr/>
              <a:t>‹#›</a:t>
            </a:fld>
            <a:endParaRPr lang="en-US" altLang="en-US"/>
          </a:p>
        </p:txBody>
      </p:sp>
    </p:spTree>
    <p:extLst>
      <p:ext uri="{BB962C8B-B14F-4D97-AF65-F5344CB8AC3E}">
        <p14:creationId xmlns:p14="http://schemas.microsoft.com/office/powerpoint/2010/main" val="1620276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6442C9-CD72-B04B-987A-B3648AB0F648}" type="datetimeFigureOut">
              <a:rPr lang="en-US" altLang="en-US" smtClean="0"/>
              <a:pPr/>
              <a:t>1/23/2024</a:t>
            </a:fld>
            <a:endParaRPr lang="en-US" alt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5106B6CC-2860-E440-ADEB-B05D538DB259}" type="slidenum">
              <a:rPr lang="en-US" altLang="en-US" smtClean="0"/>
              <a:pPr/>
              <a:t>‹#›</a:t>
            </a:fld>
            <a:endParaRPr lang="en-US" altLang="en-US"/>
          </a:p>
        </p:txBody>
      </p:sp>
    </p:spTree>
    <p:extLst>
      <p:ext uri="{BB962C8B-B14F-4D97-AF65-F5344CB8AC3E}">
        <p14:creationId xmlns:p14="http://schemas.microsoft.com/office/powerpoint/2010/main" val="4078356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67CAB3E-9E2B-984B-BADD-C71C156BE735}" type="datetimeFigureOut">
              <a:rPr lang="en-US" altLang="en-US" smtClean="0"/>
              <a:pPr/>
              <a:t>1/23/2024</a:t>
            </a:fld>
            <a:endParaRPr lang="en-US" alt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fld id="{D12E6559-5A51-F74E-8A16-B44E9EB7B718}" type="slidenum">
              <a:rPr lang="en-US" altLang="en-US" smtClean="0"/>
              <a:pPr/>
              <a:t>‹#›</a:t>
            </a:fld>
            <a:endParaRPr lang="en-US" altLang="en-US"/>
          </a:p>
        </p:txBody>
      </p:sp>
    </p:spTree>
    <p:extLst>
      <p:ext uri="{BB962C8B-B14F-4D97-AF65-F5344CB8AC3E}">
        <p14:creationId xmlns:p14="http://schemas.microsoft.com/office/powerpoint/2010/main" val="1753593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780E29-EA6B-3D44-B428-2EF5C8BE780D}" type="datetimeFigureOut">
              <a:rPr lang="en-US" altLang="en-US" smtClean="0"/>
              <a:pPr/>
              <a:t>1/23/2024</a:t>
            </a:fld>
            <a:endParaRPr lang="en-US" alt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fld id="{4EC15D85-79DD-EC42-BBA5-3571A7D9017C}" type="slidenum">
              <a:rPr lang="en-US" altLang="en-US" smtClean="0"/>
              <a:pPr/>
              <a:t>‹#›</a:t>
            </a:fld>
            <a:endParaRPr lang="en-US" altLang="en-US"/>
          </a:p>
        </p:txBody>
      </p:sp>
    </p:spTree>
    <p:extLst>
      <p:ext uri="{BB962C8B-B14F-4D97-AF65-F5344CB8AC3E}">
        <p14:creationId xmlns:p14="http://schemas.microsoft.com/office/powerpoint/2010/main" val="1260452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A2B914-4094-AD44-AA03-BC53BEBB6B05}" type="datetimeFigureOut">
              <a:rPr lang="en-US" altLang="en-US" smtClean="0"/>
              <a:pPr/>
              <a:t>1/23/2024</a:t>
            </a:fld>
            <a:endParaRPr lang="en-US" alt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fld id="{458D9790-1BD6-B448-9581-7FB6DB3644A1}" type="slidenum">
              <a:rPr lang="en-US" altLang="en-US" smtClean="0"/>
              <a:pPr/>
              <a:t>‹#›</a:t>
            </a:fld>
            <a:endParaRPr lang="en-US" altLang="en-US"/>
          </a:p>
        </p:txBody>
      </p:sp>
    </p:spTree>
    <p:extLst>
      <p:ext uri="{BB962C8B-B14F-4D97-AF65-F5344CB8AC3E}">
        <p14:creationId xmlns:p14="http://schemas.microsoft.com/office/powerpoint/2010/main" val="141921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91C53EE2-04BB-5D40-B99B-BB033A364184}" type="datetimeFigureOut">
              <a:rPr lang="en-US" altLang="en-US" smtClean="0"/>
              <a:pPr/>
              <a:t>1/23/2024</a:t>
            </a:fld>
            <a:endParaRPr lang="en-US" alt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E74D1621-3A3A-2E4D-A969-0FA6BE164130}" type="slidenum">
              <a:rPr lang="en-US" altLang="en-US" smtClean="0"/>
              <a:pPr/>
              <a:t>‹#›</a:t>
            </a:fld>
            <a:endParaRPr lang="en-US" altLang="en-US"/>
          </a:p>
        </p:txBody>
      </p:sp>
    </p:spTree>
    <p:extLst>
      <p:ext uri="{BB962C8B-B14F-4D97-AF65-F5344CB8AC3E}">
        <p14:creationId xmlns:p14="http://schemas.microsoft.com/office/powerpoint/2010/main" val="747021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4D0D9A-AA76-6841-A793-677C3F1238F7}" type="datetimeFigureOut">
              <a:rPr lang="en-US" altLang="en-US" smtClean="0"/>
              <a:pPr/>
              <a:t>1/23/2024</a:t>
            </a:fld>
            <a:endParaRPr lang="en-US" alt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5CEEFD1B-E256-7C4A-80A8-EAA06122FA30}" type="slidenum">
              <a:rPr lang="en-US" altLang="en-US" smtClean="0"/>
              <a:pPr/>
              <a:t>‹#›</a:t>
            </a:fld>
            <a:endParaRPr lang="en-US" altLang="en-US"/>
          </a:p>
        </p:txBody>
      </p:sp>
    </p:spTree>
    <p:extLst>
      <p:ext uri="{BB962C8B-B14F-4D97-AF65-F5344CB8AC3E}">
        <p14:creationId xmlns:p14="http://schemas.microsoft.com/office/powerpoint/2010/main" val="600838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908FCA-ECD4-C94C-8356-795E34F52808}" type="datetimeFigureOut">
              <a:rPr lang="en-US" altLang="en-US" smtClean="0"/>
              <a:pPr/>
              <a:t>1/23/2024</a:t>
            </a:fld>
            <a:endParaRPr lang="en-US" alt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99BCA487-3380-9E4A-BBC4-719CE2C2DBA6}" type="slidenum">
              <a:rPr lang="en-US" altLang="en-US" smtClean="0"/>
              <a:pPr/>
              <a:t>‹#›</a:t>
            </a:fld>
            <a:endParaRPr lang="en-US" altLang="en-US"/>
          </a:p>
        </p:txBody>
      </p:sp>
    </p:spTree>
    <p:extLst>
      <p:ext uri="{BB962C8B-B14F-4D97-AF65-F5344CB8AC3E}">
        <p14:creationId xmlns:p14="http://schemas.microsoft.com/office/powerpoint/2010/main" val="4209868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908FCA-ECD4-C94C-8356-795E34F52808}" type="datetimeFigureOut">
              <a:rPr lang="en-US" altLang="en-US" smtClean="0"/>
              <a:pPr/>
              <a:t>1/23/2024</a:t>
            </a:fld>
            <a:endParaRPr lang="en-US" alt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99BCA487-3380-9E4A-BBC4-719CE2C2DBA6}" type="slidenum">
              <a:rPr lang="en-US" altLang="en-US" smtClean="0"/>
              <a:pPr/>
              <a:t>‹#›</a:t>
            </a:fld>
            <a:endParaRPr lang="en-US" alt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584324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908FCA-ECD4-C94C-8356-795E34F52808}" type="datetimeFigureOut">
              <a:rPr lang="en-US" altLang="en-US" smtClean="0"/>
              <a:pPr/>
              <a:t>1/23/2024</a:t>
            </a:fld>
            <a:endParaRPr lang="en-US" alt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99BCA487-3380-9E4A-BBC4-719CE2C2DBA6}" type="slidenum">
              <a:rPr lang="en-US" altLang="en-US" smtClean="0"/>
              <a:pPr/>
              <a:t>‹#›</a:t>
            </a:fld>
            <a:endParaRPr lang="en-US" altLang="en-US"/>
          </a:p>
        </p:txBody>
      </p:sp>
    </p:spTree>
    <p:extLst>
      <p:ext uri="{BB962C8B-B14F-4D97-AF65-F5344CB8AC3E}">
        <p14:creationId xmlns:p14="http://schemas.microsoft.com/office/powerpoint/2010/main" val="41377959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908FCA-ECD4-C94C-8356-795E34F52808}" type="datetimeFigureOut">
              <a:rPr lang="en-US" altLang="en-US" smtClean="0"/>
              <a:pPr/>
              <a:t>1/23/2024</a:t>
            </a:fld>
            <a:endParaRPr lang="en-US" alt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99BCA487-3380-9E4A-BBC4-719CE2C2DBA6}" type="slidenum">
              <a:rPr lang="en-US" altLang="en-US" smtClean="0"/>
              <a:pPr/>
              <a:t>‹#›</a:t>
            </a:fld>
            <a:endParaRPr lang="en-US" alt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571057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908FCA-ECD4-C94C-8356-795E34F52808}" type="datetimeFigureOut">
              <a:rPr lang="en-US" altLang="en-US" smtClean="0"/>
              <a:pPr/>
              <a:t>1/23/2024</a:t>
            </a:fld>
            <a:endParaRPr lang="en-US" alt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99BCA487-3380-9E4A-BBC4-719CE2C2DBA6}" type="slidenum">
              <a:rPr lang="en-US" altLang="en-US" smtClean="0"/>
              <a:pPr/>
              <a:t>‹#›</a:t>
            </a:fld>
            <a:endParaRPr lang="en-US" altLang="en-US"/>
          </a:p>
        </p:txBody>
      </p:sp>
    </p:spTree>
    <p:extLst>
      <p:ext uri="{BB962C8B-B14F-4D97-AF65-F5344CB8AC3E}">
        <p14:creationId xmlns:p14="http://schemas.microsoft.com/office/powerpoint/2010/main" val="36037945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50D736-57AE-7D40-9809-216788B0F4C2}" type="datetimeFigureOut">
              <a:rPr lang="en-US" altLang="en-US" smtClean="0"/>
              <a:pPr/>
              <a:t>1/23/2024</a:t>
            </a:fld>
            <a:endParaRPr lang="en-US" alt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4594B928-361A-304A-85A9-132ABE3F1B3F}" type="slidenum">
              <a:rPr lang="en-US" altLang="en-US" smtClean="0"/>
              <a:pPr/>
              <a:t>‹#›</a:t>
            </a:fld>
            <a:endParaRPr lang="en-US" altLang="en-US"/>
          </a:p>
        </p:txBody>
      </p:sp>
    </p:spTree>
    <p:extLst>
      <p:ext uri="{BB962C8B-B14F-4D97-AF65-F5344CB8AC3E}">
        <p14:creationId xmlns:p14="http://schemas.microsoft.com/office/powerpoint/2010/main" val="13668354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6638E0-E57F-7B49-A147-F3E67FC8749E}" type="datetimeFigureOut">
              <a:rPr lang="en-US" altLang="en-US" smtClean="0"/>
              <a:pPr/>
              <a:t>1/23/2024</a:t>
            </a:fld>
            <a:endParaRPr lang="en-US" alt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CEDD6FB3-905E-9249-A8AA-2F2E731BCD83}" type="slidenum">
              <a:rPr lang="en-US" altLang="en-US" smtClean="0"/>
              <a:pPr/>
              <a:t>‹#›</a:t>
            </a:fld>
            <a:endParaRPr lang="en-US" altLang="en-US"/>
          </a:p>
        </p:txBody>
      </p:sp>
    </p:spTree>
    <p:extLst>
      <p:ext uri="{BB962C8B-B14F-4D97-AF65-F5344CB8AC3E}">
        <p14:creationId xmlns:p14="http://schemas.microsoft.com/office/powerpoint/2010/main" val="295865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D908FCA-ECD4-C94C-8356-795E34F52808}" type="datetimeFigureOut">
              <a:rPr lang="en-US" altLang="en-US" smtClean="0"/>
              <a:pPr/>
              <a:t>1/23/2024</a:t>
            </a:fld>
            <a:endParaRPr lang="en-US" alt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99BCA487-3380-9E4A-BBC4-719CE2C2DBA6}" type="slidenum">
              <a:rPr lang="en-US" altLang="en-US" smtClean="0"/>
              <a:pPr/>
              <a:t>‹#›</a:t>
            </a:fld>
            <a:endParaRPr lang="en-US" altLang="en-US"/>
          </a:p>
        </p:txBody>
      </p:sp>
    </p:spTree>
    <p:extLst>
      <p:ext uri="{BB962C8B-B14F-4D97-AF65-F5344CB8AC3E}">
        <p14:creationId xmlns:p14="http://schemas.microsoft.com/office/powerpoint/2010/main" val="313477183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6.xml"/><Relationship Id="rId6" Type="http://schemas.openxmlformats.org/officeDocument/2006/relationships/image" Target="../media/image20.emf"/><Relationship Id="rId5" Type="http://schemas.openxmlformats.org/officeDocument/2006/relationships/image" Target="../media/image19.emf"/><Relationship Id="rId4" Type="http://schemas.openxmlformats.org/officeDocument/2006/relationships/image" Target="../media/image18.emf"/></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93E26-6CDA-FBC0-F0D6-80DDF505781D}"/>
              </a:ext>
            </a:extLst>
          </p:cNvPr>
          <p:cNvSpPr>
            <a:spLocks noGrp="1"/>
          </p:cNvSpPr>
          <p:nvPr>
            <p:ph type="ctrTitle"/>
          </p:nvPr>
        </p:nvSpPr>
        <p:spPr>
          <a:xfrm>
            <a:off x="1295199" y="2139951"/>
            <a:ext cx="6084767" cy="654692"/>
          </a:xfrm>
        </p:spPr>
        <p:txBody>
          <a:bodyPr/>
          <a:lstStyle/>
          <a:p>
            <a:pPr algn="ctr"/>
            <a:r>
              <a:rPr lang="en-US" dirty="0">
                <a:cs typeface="Aharoni" pitchFamily="2" charset="-79"/>
              </a:rPr>
              <a:t>Welcome !</a:t>
            </a:r>
          </a:p>
        </p:txBody>
      </p:sp>
      <p:sp>
        <p:nvSpPr>
          <p:cNvPr id="3" name="Subtitle 2">
            <a:extLst>
              <a:ext uri="{FF2B5EF4-FFF2-40B4-BE49-F238E27FC236}">
                <a16:creationId xmlns:a16="http://schemas.microsoft.com/office/drawing/2014/main" id="{592BDF3D-65E6-EE59-247F-D7865D171C84}"/>
              </a:ext>
            </a:extLst>
          </p:cNvPr>
          <p:cNvSpPr>
            <a:spLocks noGrp="1"/>
          </p:cNvSpPr>
          <p:nvPr>
            <p:ph type="subTitle" idx="1"/>
          </p:nvPr>
        </p:nvSpPr>
        <p:spPr/>
        <p:txBody>
          <a:bodyPr/>
          <a:lstStyle/>
          <a:p>
            <a:endParaRPr lang="en-US" dirty="0"/>
          </a:p>
        </p:txBody>
      </p:sp>
      <p:pic>
        <p:nvPicPr>
          <p:cNvPr id="5" name="Picture 4">
            <a:extLst>
              <a:ext uri="{FF2B5EF4-FFF2-40B4-BE49-F238E27FC236}">
                <a16:creationId xmlns:a16="http://schemas.microsoft.com/office/drawing/2014/main" id="{7A033B43-D126-4BB6-F246-953D73449ABC}"/>
              </a:ext>
            </a:extLst>
          </p:cNvPr>
          <p:cNvPicPr>
            <a:picLocks noChangeAspect="1"/>
          </p:cNvPicPr>
          <p:nvPr/>
        </p:nvPicPr>
        <p:blipFill>
          <a:blip r:embed="rId2"/>
          <a:stretch>
            <a:fillRect/>
          </a:stretch>
        </p:blipFill>
        <p:spPr>
          <a:xfrm>
            <a:off x="2843981" y="1065739"/>
            <a:ext cx="2987202" cy="831962"/>
          </a:xfrm>
          <a:prstGeom prst="rect">
            <a:avLst/>
          </a:prstGeom>
        </p:spPr>
      </p:pic>
      <p:pic>
        <p:nvPicPr>
          <p:cNvPr id="5122" name="Picture 2" descr="DevOps">
            <a:extLst>
              <a:ext uri="{FF2B5EF4-FFF2-40B4-BE49-F238E27FC236}">
                <a16:creationId xmlns:a16="http://schemas.microsoft.com/office/drawing/2014/main" id="{F9314622-B1DE-D77B-D69C-7E22181C0A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0300" y="2840913"/>
            <a:ext cx="6140576" cy="3159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2747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54ECCDB3-32B5-996B-2CB3-EB2465654972}"/>
              </a:ext>
            </a:extLst>
          </p:cNvPr>
          <p:cNvSpPr>
            <a:spLocks noGrp="1"/>
          </p:cNvSpPr>
          <p:nvPr>
            <p:ph type="title" idx="4294967295"/>
          </p:nvPr>
        </p:nvSpPr>
        <p:spPr>
          <a:xfrm>
            <a:off x="495760" y="892366"/>
            <a:ext cx="8117562" cy="1246677"/>
          </a:xfrm>
        </p:spPr>
        <p:txBody>
          <a:bodyPr vert="horz" lIns="68580" tIns="34290" rIns="68580" bIns="34290" rtlCol="0" anchor="t">
            <a:normAutofit fontScale="90000"/>
          </a:bodyPr>
          <a:lstStyle/>
          <a:p>
            <a:pPr algn="ctr"/>
            <a:r>
              <a:rPr lang="en-US" dirty="0"/>
              <a:t>Course : DevOps with cloud computing (AWS) </a:t>
            </a:r>
            <a:br>
              <a:rPr lang="en-US" dirty="0"/>
            </a:br>
            <a:r>
              <a:rPr lang="en-US" sz="1650" b="1" i="1" u="sng" dirty="0"/>
              <a:t>Introduction to Git</a:t>
            </a:r>
          </a:p>
        </p:txBody>
      </p:sp>
      <p:graphicFrame>
        <p:nvGraphicFramePr>
          <p:cNvPr id="14" name="Title 10">
            <a:extLst>
              <a:ext uri="{FF2B5EF4-FFF2-40B4-BE49-F238E27FC236}">
                <a16:creationId xmlns:a16="http://schemas.microsoft.com/office/drawing/2014/main" id="{7F798F2C-8BD7-D987-2576-75DC6C41CA86}"/>
              </a:ext>
            </a:extLst>
          </p:cNvPr>
          <p:cNvGraphicFramePr/>
          <p:nvPr>
            <p:extLst>
              <p:ext uri="{D42A27DB-BD31-4B8C-83A1-F6EECF244321}">
                <p14:modId xmlns:p14="http://schemas.microsoft.com/office/powerpoint/2010/main" val="4219684279"/>
              </p:ext>
            </p:extLst>
          </p:nvPr>
        </p:nvGraphicFramePr>
        <p:xfrm>
          <a:off x="987234" y="2318657"/>
          <a:ext cx="7213600" cy="30701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73472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349D404-EE25-AF90-E7E3-5247CCBE94F7}"/>
              </a:ext>
            </a:extLst>
          </p:cNvPr>
          <p:cNvSpPr>
            <a:spLocks noGrp="1"/>
          </p:cNvSpPr>
          <p:nvPr>
            <p:ph type="subTitle" idx="1"/>
          </p:nvPr>
        </p:nvSpPr>
        <p:spPr>
          <a:xfrm>
            <a:off x="5883008" y="3248877"/>
            <a:ext cx="2181339" cy="739229"/>
          </a:xfrm>
        </p:spPr>
        <p:txBody>
          <a:bodyPr>
            <a:noAutofit/>
          </a:bodyPr>
          <a:lstStyle/>
          <a:p>
            <a:r>
              <a:rPr lang="en-US" sz="3600" dirty="0"/>
              <a:t>Why Git?</a:t>
            </a:r>
          </a:p>
        </p:txBody>
      </p:sp>
      <p:pic>
        <p:nvPicPr>
          <p:cNvPr id="4" name="Content Placeholder 4">
            <a:extLst>
              <a:ext uri="{FF2B5EF4-FFF2-40B4-BE49-F238E27FC236}">
                <a16:creationId xmlns:a16="http://schemas.microsoft.com/office/drawing/2014/main" id="{5EBEEFC2-1904-580D-1FBC-B28DC293370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864438" y="143878"/>
            <a:ext cx="5224945" cy="6609462"/>
          </a:xfrm>
          <a:prstGeom prst="rect">
            <a:avLst/>
          </a:prstGeom>
        </p:spPr>
      </p:pic>
    </p:spTree>
    <p:extLst>
      <p:ext uri="{BB962C8B-B14F-4D97-AF65-F5344CB8AC3E}">
        <p14:creationId xmlns:p14="http://schemas.microsoft.com/office/powerpoint/2010/main" val="4164287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383" name="Rectangle 15382">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61" name="Title 1"/>
          <p:cNvSpPr>
            <a:spLocks noGrp="1"/>
          </p:cNvSpPr>
          <p:nvPr>
            <p:ph type="title"/>
          </p:nvPr>
        </p:nvSpPr>
        <p:spPr>
          <a:xfrm>
            <a:off x="732699" y="609600"/>
            <a:ext cx="7807324" cy="1417504"/>
          </a:xfrm>
        </p:spPr>
        <p:txBody>
          <a:bodyPr>
            <a:normAutofit/>
          </a:bodyPr>
          <a:lstStyle/>
          <a:p>
            <a:pPr>
              <a:lnSpc>
                <a:spcPct val="90000"/>
              </a:lnSpc>
            </a:pPr>
            <a:r>
              <a:rPr lang="en-US" altLang="en-US" sz="2800" b="1" u="sng" dirty="0">
                <a:ea typeface="ＭＳ Ｐゴシック" charset="-128"/>
              </a:rPr>
              <a:t>Version Control</a:t>
            </a:r>
            <a:br>
              <a:rPr lang="en-US" altLang="en-US" sz="2300" dirty="0">
                <a:ea typeface="ＭＳ Ｐゴシック" charset="-128"/>
              </a:rPr>
            </a:br>
            <a:br>
              <a:rPr lang="en-US" altLang="en-US" sz="2300" dirty="0">
                <a:ea typeface="ＭＳ Ｐゴシック" charset="-128"/>
              </a:rPr>
            </a:br>
            <a:r>
              <a:rPr lang="en-US" altLang="en-US" sz="2400" dirty="0">
                <a:ea typeface="ＭＳ Ｐゴシック" charset="-128"/>
              </a:rPr>
              <a:t>Why track/manage different versions of code?</a:t>
            </a:r>
          </a:p>
        </p:txBody>
      </p:sp>
      <p:sp>
        <p:nvSpPr>
          <p:cNvPr id="15385" name="Isosceles Triangle 15384">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Content Placeholder 1">
            <a:extLst>
              <a:ext uri="{FF2B5EF4-FFF2-40B4-BE49-F238E27FC236}">
                <a16:creationId xmlns:a16="http://schemas.microsoft.com/office/drawing/2014/main" id="{94CEFFAF-7BCD-C74A-AB40-2EC747A42D0F}"/>
              </a:ext>
            </a:extLst>
          </p:cNvPr>
          <p:cNvSpPr>
            <a:spLocks noGrp="1"/>
          </p:cNvSpPr>
          <p:nvPr>
            <p:ph idx="1"/>
          </p:nvPr>
        </p:nvSpPr>
        <p:spPr>
          <a:xfrm>
            <a:off x="732699" y="2630919"/>
            <a:ext cx="8243026" cy="3623266"/>
          </a:xfrm>
        </p:spPr>
        <p:txBody>
          <a:bodyPr>
            <a:normAutofit/>
          </a:bodyPr>
          <a:lstStyle/>
          <a:p>
            <a:pPr>
              <a:spcAft>
                <a:spcPts val="1800"/>
              </a:spcAft>
            </a:pPr>
            <a:r>
              <a:rPr lang="en-US" sz="2800" dirty="0"/>
              <a:t>Backup: Undo or refer to old work.</a:t>
            </a:r>
          </a:p>
          <a:p>
            <a:pPr>
              <a:spcAft>
                <a:spcPts val="1800"/>
              </a:spcAft>
            </a:pPr>
            <a:r>
              <a:rPr lang="en-US" sz="2800" dirty="0">
                <a:ea typeface="ＭＳ Ｐゴシック" charset="-128"/>
              </a:rPr>
              <a:t>Collaborate: Work in parallel with teammates.</a:t>
            </a:r>
          </a:p>
          <a:p>
            <a:pPr>
              <a:spcAft>
                <a:spcPts val="1800"/>
              </a:spcAft>
            </a:pPr>
            <a:r>
              <a:rPr lang="en-US" sz="2800" dirty="0">
                <a:ea typeface="ＭＳ Ｐゴシック" charset="-128"/>
              </a:rPr>
              <a:t>Having a streamlined process of software development.</a:t>
            </a:r>
            <a:endParaRPr lang="en-US" sz="2800" dirty="0"/>
          </a:p>
          <a:p>
            <a:pPr>
              <a:spcAft>
                <a:spcPts val="1800"/>
              </a:spcAft>
            </a:pPr>
            <a:endParaRPr lang="en-US" dirty="0"/>
          </a:p>
        </p:txBody>
      </p:sp>
      <p:sp>
        <p:nvSpPr>
          <p:cNvPr id="15387" name="Isosceles Triangle 15386">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832174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472" name="Rectangle 19471">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57" name="Title 1"/>
          <p:cNvSpPr>
            <a:spLocks noGrp="1"/>
          </p:cNvSpPr>
          <p:nvPr>
            <p:ph type="title"/>
          </p:nvPr>
        </p:nvSpPr>
        <p:spPr>
          <a:xfrm>
            <a:off x="631948" y="366285"/>
            <a:ext cx="7648121" cy="1099457"/>
          </a:xfrm>
        </p:spPr>
        <p:txBody>
          <a:bodyPr>
            <a:normAutofit/>
          </a:bodyPr>
          <a:lstStyle/>
          <a:p>
            <a:r>
              <a:rPr lang="en-US" altLang="en-US" dirty="0">
                <a:ea typeface="ＭＳ Ｐゴシック" charset="-128"/>
              </a:rPr>
              <a:t>Version Control Systems (VCSs)</a:t>
            </a:r>
          </a:p>
        </p:txBody>
      </p:sp>
      <p:sp>
        <p:nvSpPr>
          <p:cNvPr id="19474" name="Isosceles Triangle 19473">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476" name="Isosceles Triangle 19475">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19467" name="Content Placeholder 2">
            <a:extLst>
              <a:ext uri="{FF2B5EF4-FFF2-40B4-BE49-F238E27FC236}">
                <a16:creationId xmlns:a16="http://schemas.microsoft.com/office/drawing/2014/main" id="{947D9FE4-43C1-D706-8399-E4A9CC2ED8E3}"/>
              </a:ext>
            </a:extLst>
          </p:cNvPr>
          <p:cNvGraphicFramePr>
            <a:graphicFrameLocks noGrp="1"/>
          </p:cNvGraphicFramePr>
          <p:nvPr>
            <p:ph idx="1"/>
            <p:extLst>
              <p:ext uri="{D42A27DB-BD31-4B8C-83A1-F6EECF244321}">
                <p14:modId xmlns:p14="http://schemas.microsoft.com/office/powerpoint/2010/main" val="3416592485"/>
              </p:ext>
            </p:extLst>
          </p:nvPr>
        </p:nvGraphicFramePr>
        <p:xfrm>
          <a:off x="631948" y="1714513"/>
          <a:ext cx="7911811" cy="45100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B4E31A-BC04-E34F-83F4-2E2C1907C3B2}"/>
              </a:ext>
            </a:extLst>
          </p:cNvPr>
          <p:cNvSpPr>
            <a:spLocks noGrp="1"/>
          </p:cNvSpPr>
          <p:nvPr>
            <p:ph type="title"/>
          </p:nvPr>
        </p:nvSpPr>
        <p:spPr>
          <a:xfrm>
            <a:off x="965199" y="609600"/>
            <a:ext cx="7648121" cy="1099457"/>
          </a:xfrm>
        </p:spPr>
        <p:txBody>
          <a:bodyPr>
            <a:normAutofit/>
          </a:bodyPr>
          <a:lstStyle/>
          <a:p>
            <a:r>
              <a:rPr lang="en-US" dirty="0"/>
              <a:t>Version Control Hosting Services</a:t>
            </a:r>
          </a:p>
        </p:txBody>
      </p:sp>
      <p:sp>
        <p:nvSpPr>
          <p:cNvPr id="25" name="Isosceles Triangle 24">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9" name="Content Placeholder 2">
            <a:extLst>
              <a:ext uri="{FF2B5EF4-FFF2-40B4-BE49-F238E27FC236}">
                <a16:creationId xmlns:a16="http://schemas.microsoft.com/office/drawing/2014/main" id="{8F2852CE-6B3B-DFCA-4940-4499F468F2CD}"/>
              </a:ext>
            </a:extLst>
          </p:cNvPr>
          <p:cNvGraphicFramePr>
            <a:graphicFrameLocks noGrp="1"/>
          </p:cNvGraphicFramePr>
          <p:nvPr>
            <p:ph idx="1"/>
            <p:extLst>
              <p:ext uri="{D42A27DB-BD31-4B8C-83A1-F6EECF244321}">
                <p14:modId xmlns:p14="http://schemas.microsoft.com/office/powerpoint/2010/main" val="4135045481"/>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4569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03AE127-802C-459A-A612-DB85B67F0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758345-B969-DB5E-B127-26A6C45AADCD}"/>
              </a:ext>
            </a:extLst>
          </p:cNvPr>
          <p:cNvSpPr>
            <a:spLocks noGrp="1"/>
          </p:cNvSpPr>
          <p:nvPr>
            <p:ph type="title"/>
          </p:nvPr>
        </p:nvSpPr>
        <p:spPr>
          <a:xfrm>
            <a:off x="782962" y="1179151"/>
            <a:ext cx="2475485" cy="4463889"/>
          </a:xfrm>
        </p:spPr>
        <p:txBody>
          <a:bodyPr anchor="ctr">
            <a:normAutofit/>
          </a:bodyPr>
          <a:lstStyle/>
          <a:p>
            <a:r>
              <a:rPr lang="en-US" dirty="0"/>
              <a:t>What is Git?</a:t>
            </a:r>
          </a:p>
        </p:txBody>
      </p:sp>
      <p:sp>
        <p:nvSpPr>
          <p:cNvPr id="10" name="Isosceles Triangle 9">
            <a:extLst>
              <a:ext uri="{FF2B5EF4-FFF2-40B4-BE49-F238E27FC236}">
                <a16:creationId xmlns:a16="http://schemas.microsoft.com/office/drawing/2014/main" id="{9323D83D-50D6-4040-A58B-FCEA340F8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0"/>
            <a:ext cx="336549"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2" name="Straight Connector 11">
            <a:extLst>
              <a:ext uri="{FF2B5EF4-FFF2-40B4-BE49-F238E27FC236}">
                <a16:creationId xmlns:a16="http://schemas.microsoft.com/office/drawing/2014/main" id="{1A1FE6BB-DFB2-4080-9B5E-076EF5DDE6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2502" y="1442595"/>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074448B-611D-879B-976C-81FBABC967EA}"/>
              </a:ext>
            </a:extLst>
          </p:cNvPr>
          <p:cNvSpPr>
            <a:spLocks noGrp="1"/>
          </p:cNvSpPr>
          <p:nvPr>
            <p:ph idx="1"/>
          </p:nvPr>
        </p:nvSpPr>
        <p:spPr>
          <a:xfrm>
            <a:off x="3734188" y="1109145"/>
            <a:ext cx="4755762" cy="4603900"/>
          </a:xfrm>
        </p:spPr>
        <p:txBody>
          <a:bodyPr anchor="ctr">
            <a:normAutofit/>
          </a:bodyPr>
          <a:lstStyle/>
          <a:p>
            <a:pPr marL="0" indent="0">
              <a:buNone/>
            </a:pPr>
            <a:r>
              <a:rPr lang="en-US" sz="2400" b="0" i="0" dirty="0">
                <a:effectLst/>
                <a:latin typeface="lufga-regular"/>
              </a:rPr>
              <a:t>Git is a </a:t>
            </a:r>
            <a:r>
              <a:rPr lang="en-US" sz="2400" b="1" i="0" dirty="0">
                <a:effectLst/>
                <a:latin typeface="lufga-regular"/>
              </a:rPr>
              <a:t>Version Control System</a:t>
            </a:r>
            <a:r>
              <a:rPr lang="en-US" sz="2400" b="0" i="0" dirty="0">
                <a:effectLst/>
                <a:latin typeface="lufga-regular"/>
              </a:rPr>
              <a:t> or </a:t>
            </a:r>
            <a:r>
              <a:rPr lang="en-US" sz="2400" b="1" i="0" dirty="0">
                <a:effectLst/>
                <a:latin typeface="lufga-regular"/>
              </a:rPr>
              <a:t>VCS</a:t>
            </a:r>
            <a:r>
              <a:rPr lang="en-US" sz="2400" b="0" i="0" dirty="0">
                <a:effectLst/>
                <a:latin typeface="lufga-regular"/>
              </a:rPr>
              <a:t>. </a:t>
            </a:r>
            <a:r>
              <a:rPr lang="en-US" sz="2400" b="1" i="0" dirty="0">
                <a:effectLst/>
                <a:latin typeface="lufga-regular"/>
              </a:rPr>
              <a:t>VCS</a:t>
            </a:r>
            <a:r>
              <a:rPr lang="en-US" sz="2400" b="0" i="0" dirty="0">
                <a:effectLst/>
                <a:latin typeface="lufga-regular"/>
              </a:rPr>
              <a:t> is basically software designed to record changes within one or more files over time. It allows us to undo or to cancel all made or pending changes within one or more files. </a:t>
            </a:r>
          </a:p>
          <a:p>
            <a:endParaRPr lang="en-US" dirty="0">
              <a:latin typeface="lufga-regular"/>
            </a:endParaRPr>
          </a:p>
          <a:p>
            <a:endParaRPr lang="en-US" dirty="0"/>
          </a:p>
        </p:txBody>
      </p:sp>
      <p:sp>
        <p:nvSpPr>
          <p:cNvPr id="14" name="Isosceles Triangle 13">
            <a:extLst>
              <a:ext uri="{FF2B5EF4-FFF2-40B4-BE49-F238E27FC236}">
                <a16:creationId xmlns:a16="http://schemas.microsoft.com/office/drawing/2014/main" id="{F10FD715-4DCE-4779-B634-EC78315EA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523104" y="0"/>
            <a:ext cx="631947" cy="4616289"/>
          </a:xfrm>
          <a:prstGeom prst="triangle">
            <a:avLst>
              <a:gd name="adj" fmla="val 10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187345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a:xfrm>
            <a:off x="290513" y="87313"/>
            <a:ext cx="6347714" cy="1320800"/>
          </a:xfrm>
        </p:spPr>
        <p:txBody>
          <a:bodyPr/>
          <a:lstStyle/>
          <a:p>
            <a:r>
              <a:rPr lang="en-US" altLang="en-US" dirty="0">
                <a:ea typeface="ＭＳ Ｐゴシック" charset="-128"/>
              </a:rPr>
              <a:t>Git and GitHub</a:t>
            </a:r>
          </a:p>
        </p:txBody>
      </p:sp>
      <p:sp>
        <p:nvSpPr>
          <p:cNvPr id="8" name="Rounded Rectangle 7"/>
          <p:cNvSpPr/>
          <p:nvPr/>
        </p:nvSpPr>
        <p:spPr>
          <a:xfrm>
            <a:off x="290513" y="2322513"/>
            <a:ext cx="4679950" cy="4281487"/>
          </a:xfrm>
          <a:prstGeom prst="roundRect">
            <a:avLst/>
          </a:prstGeom>
          <a:noFill/>
          <a:ln w="1270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 name="Rounded Rectangle 14"/>
          <p:cNvSpPr/>
          <p:nvPr/>
        </p:nvSpPr>
        <p:spPr>
          <a:xfrm>
            <a:off x="6550025" y="2322513"/>
            <a:ext cx="2281238" cy="4281487"/>
          </a:xfrm>
          <a:prstGeom prst="roundRect">
            <a:avLst/>
          </a:prstGeom>
          <a:noFill/>
          <a:ln w="1270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1" name="Straight Connector 10"/>
          <p:cNvCxnSpPr/>
          <p:nvPr/>
        </p:nvCxnSpPr>
        <p:spPr>
          <a:xfrm>
            <a:off x="2327275" y="4227513"/>
            <a:ext cx="639763" cy="0"/>
          </a:xfrm>
          <a:prstGeom prst="line">
            <a:avLst/>
          </a:prstGeom>
          <a:ln w="57150" cmpd="sng">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grpSp>
        <p:nvGrpSpPr>
          <p:cNvPr id="20485" name="Group 22"/>
          <p:cNvGrpSpPr>
            <a:grpSpLocks/>
          </p:cNvGrpSpPr>
          <p:nvPr/>
        </p:nvGrpSpPr>
        <p:grpSpPr bwMode="auto">
          <a:xfrm>
            <a:off x="638175" y="2768600"/>
            <a:ext cx="1682750" cy="3563938"/>
            <a:chOff x="493402" y="2768140"/>
            <a:chExt cx="1682071" cy="3563717"/>
          </a:xfrm>
        </p:grpSpPr>
        <p:sp>
          <p:nvSpPr>
            <p:cNvPr id="20499" name="TextBox 2"/>
            <p:cNvSpPr txBox="1">
              <a:spLocks noChangeArrowheads="1"/>
            </p:cNvSpPr>
            <p:nvPr/>
          </p:nvSpPr>
          <p:spPr bwMode="auto">
            <a:xfrm>
              <a:off x="493402" y="2768140"/>
              <a:ext cx="16820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algn="ctr" eaLnBrk="1" hangingPunct="1"/>
              <a:r>
                <a:rPr lang="en-US" altLang="en-US"/>
                <a:t>Working Dir</a:t>
              </a:r>
            </a:p>
          </p:txBody>
        </p:sp>
        <p:pic>
          <p:nvPicPr>
            <p:cNvPr id="20500"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7910" y="3245227"/>
              <a:ext cx="1554989" cy="3023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8"/>
            <p:cNvSpPr/>
            <p:nvPr/>
          </p:nvSpPr>
          <p:spPr>
            <a:xfrm>
              <a:off x="493402" y="2857034"/>
              <a:ext cx="1682071" cy="3474823"/>
            </a:xfrm>
            <a:prstGeom prst="rect">
              <a:avLst/>
            </a:prstGeom>
            <a:noFill/>
            <a:ln w="1270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20486" name="Group 21"/>
          <p:cNvGrpSpPr>
            <a:grpSpLocks/>
          </p:cNvGrpSpPr>
          <p:nvPr/>
        </p:nvGrpSpPr>
        <p:grpSpPr bwMode="auto">
          <a:xfrm>
            <a:off x="2967038" y="2928938"/>
            <a:ext cx="1603375" cy="2422525"/>
            <a:chOff x="2821496" y="2928262"/>
            <a:chExt cx="1603131" cy="2423882"/>
          </a:xfrm>
        </p:grpSpPr>
        <p:sp>
          <p:nvSpPr>
            <p:cNvPr id="20496" name="TextBox 3"/>
            <p:cNvSpPr txBox="1">
              <a:spLocks noChangeArrowheads="1"/>
            </p:cNvSpPr>
            <p:nvPr/>
          </p:nvSpPr>
          <p:spPr bwMode="auto">
            <a:xfrm>
              <a:off x="3149022" y="2928262"/>
              <a:ext cx="94929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algn="ctr" eaLnBrk="1" hangingPunct="1"/>
              <a:r>
                <a:rPr lang="en-US" altLang="en-US" dirty="0"/>
                <a:t>Local</a:t>
              </a:r>
              <a:br>
                <a:rPr lang="en-US" altLang="en-US" dirty="0"/>
              </a:br>
              <a:r>
                <a:rPr lang="en-US" altLang="en-US" dirty="0"/>
                <a:t>Repos</a:t>
              </a:r>
            </a:p>
          </p:txBody>
        </p:sp>
        <p:pic>
          <p:nvPicPr>
            <p:cNvPr id="20497"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03317" y="3746127"/>
              <a:ext cx="1443317" cy="1523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Rectangle 23"/>
            <p:cNvSpPr/>
            <p:nvPr/>
          </p:nvSpPr>
          <p:spPr>
            <a:xfrm>
              <a:off x="2821496" y="3018800"/>
              <a:ext cx="1603131" cy="2333344"/>
            </a:xfrm>
            <a:prstGeom prst="rect">
              <a:avLst/>
            </a:prstGeom>
            <a:noFill/>
            <a:ln w="1270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20487" name="Group 26"/>
          <p:cNvGrpSpPr>
            <a:grpSpLocks/>
          </p:cNvGrpSpPr>
          <p:nvPr/>
        </p:nvGrpSpPr>
        <p:grpSpPr bwMode="auto">
          <a:xfrm>
            <a:off x="6902450" y="2922588"/>
            <a:ext cx="1601788" cy="2428875"/>
            <a:chOff x="6901822" y="2922790"/>
            <a:chExt cx="1603131" cy="2429354"/>
          </a:xfrm>
        </p:grpSpPr>
        <p:sp>
          <p:nvSpPr>
            <p:cNvPr id="20493" name="TextBox 3"/>
            <p:cNvSpPr txBox="1">
              <a:spLocks noChangeArrowheads="1"/>
            </p:cNvSpPr>
            <p:nvPr/>
          </p:nvSpPr>
          <p:spPr bwMode="auto">
            <a:xfrm>
              <a:off x="7151566" y="2922790"/>
              <a:ext cx="116931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algn="ctr" eaLnBrk="1" hangingPunct="1"/>
              <a:r>
                <a:rPr lang="en-US" altLang="en-US" dirty="0"/>
                <a:t>Remote</a:t>
              </a:r>
              <a:br>
                <a:rPr lang="en-US" altLang="en-US" dirty="0"/>
              </a:br>
              <a:r>
                <a:rPr lang="en-US" altLang="en-US" dirty="0"/>
                <a:t>Repos</a:t>
              </a:r>
            </a:p>
          </p:txBody>
        </p:sp>
        <p:pic>
          <p:nvPicPr>
            <p:cNvPr id="20494" name="Picture 1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90291" y="3746126"/>
              <a:ext cx="1443317"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Rectangle 25"/>
            <p:cNvSpPr/>
            <p:nvPr/>
          </p:nvSpPr>
          <p:spPr>
            <a:xfrm>
              <a:off x="6901822" y="3019646"/>
              <a:ext cx="1603131" cy="2332498"/>
            </a:xfrm>
            <a:prstGeom prst="rect">
              <a:avLst/>
            </a:prstGeom>
            <a:noFill/>
            <a:ln w="1270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cxnSp>
        <p:nvCxnSpPr>
          <p:cNvPr id="30" name="Straight Connector 29"/>
          <p:cNvCxnSpPr/>
          <p:nvPr/>
        </p:nvCxnSpPr>
        <p:spPr>
          <a:xfrm>
            <a:off x="4598988" y="4224338"/>
            <a:ext cx="2303462" cy="0"/>
          </a:xfrm>
          <a:prstGeom prst="line">
            <a:avLst/>
          </a:prstGeom>
          <a:ln w="57150" cmpd="sng">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pic>
        <p:nvPicPr>
          <p:cNvPr id="20489" name="Picture 34" descr="laptop.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590675" y="1320800"/>
            <a:ext cx="1419225"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0" name="Picture 35" descr="server-white.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flipH="1">
            <a:off x="6348413" y="1244600"/>
            <a:ext cx="15240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91" name="TextBox 36"/>
          <p:cNvSpPr txBox="1">
            <a:spLocks noChangeArrowheads="1"/>
          </p:cNvSpPr>
          <p:nvPr/>
        </p:nvSpPr>
        <p:spPr bwMode="auto">
          <a:xfrm>
            <a:off x="2871788" y="1854200"/>
            <a:ext cx="73818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r>
              <a:rPr lang="en-US" altLang="en-US" sz="2800"/>
              <a:t>You</a:t>
            </a:r>
          </a:p>
        </p:txBody>
      </p:sp>
      <p:sp>
        <p:nvSpPr>
          <p:cNvPr id="20492" name="TextBox 37"/>
          <p:cNvSpPr txBox="1">
            <a:spLocks noChangeArrowheads="1"/>
          </p:cNvSpPr>
          <p:nvPr/>
        </p:nvSpPr>
        <p:spPr bwMode="auto">
          <a:xfrm>
            <a:off x="7375525" y="1835150"/>
            <a:ext cx="12144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r>
              <a:rPr lang="en-US" altLang="en-US" sz="2800"/>
              <a:t>GitHub</a:t>
            </a:r>
          </a:p>
        </p:txBody>
      </p:sp>
    </p:spTree>
    <p:extLst>
      <p:ext uri="{BB962C8B-B14F-4D97-AF65-F5344CB8AC3E}">
        <p14:creationId xmlns:p14="http://schemas.microsoft.com/office/powerpoint/2010/main" val="231462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485"/>
                                        </p:tgtEl>
                                        <p:attrNameLst>
                                          <p:attrName>style.visibility</p:attrName>
                                        </p:attrNameLst>
                                      </p:cBhvr>
                                      <p:to>
                                        <p:strVal val="visible"/>
                                      </p:to>
                                    </p:set>
                                    <p:animEffect transition="in" filter="barn(inVertical)">
                                      <p:cBhvr>
                                        <p:cTn id="7" dur="500"/>
                                        <p:tgtEl>
                                          <p:spTgt spid="2048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20486"/>
                                        </p:tgtEl>
                                        <p:attrNameLst>
                                          <p:attrName>style.visibility</p:attrName>
                                        </p:attrNameLst>
                                      </p:cBhvr>
                                      <p:to>
                                        <p:strVal val="visible"/>
                                      </p:to>
                                    </p:set>
                                    <p:animEffect transition="in" filter="barn(inVertical)">
                                      <p:cBhvr>
                                        <p:cTn id="19" dur="500"/>
                                        <p:tgtEl>
                                          <p:spTgt spid="20486"/>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fade">
                                      <p:cBhvr>
                                        <p:cTn id="24" dur="1000"/>
                                        <p:tgtEl>
                                          <p:spTgt spid="30"/>
                                        </p:tgtEl>
                                      </p:cBhvr>
                                    </p:animEffect>
                                    <p:anim calcmode="lin" valueType="num">
                                      <p:cBhvr>
                                        <p:cTn id="25" dur="1000" fill="hold"/>
                                        <p:tgtEl>
                                          <p:spTgt spid="30"/>
                                        </p:tgtEl>
                                        <p:attrNameLst>
                                          <p:attrName>ppt_x</p:attrName>
                                        </p:attrNameLst>
                                      </p:cBhvr>
                                      <p:tavLst>
                                        <p:tav tm="0">
                                          <p:val>
                                            <p:strVal val="#ppt_x"/>
                                          </p:val>
                                        </p:tav>
                                        <p:tav tm="100000">
                                          <p:val>
                                            <p:strVal val="#ppt_x"/>
                                          </p:val>
                                        </p:tav>
                                      </p:tavLst>
                                    </p:anim>
                                    <p:anim calcmode="lin" valueType="num">
                                      <p:cBhvr>
                                        <p:cTn id="26"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20487"/>
                                        </p:tgtEl>
                                        <p:attrNameLst>
                                          <p:attrName>style.visibility</p:attrName>
                                        </p:attrNameLst>
                                      </p:cBhvr>
                                      <p:to>
                                        <p:strVal val="visible"/>
                                      </p:to>
                                    </p:set>
                                    <p:animEffect transition="in" filter="barn(inVertical)">
                                      <p:cBhvr>
                                        <p:cTn id="31" dur="500"/>
                                        <p:tgtEl>
                                          <p:spTgt spid="204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FF24C1E-F7F7-9549-B682-71238529712F}"/>
              </a:ext>
            </a:extLst>
          </p:cNvPr>
          <p:cNvGrpSpPr/>
          <p:nvPr/>
        </p:nvGrpSpPr>
        <p:grpSpPr>
          <a:xfrm>
            <a:off x="5564643" y="350955"/>
            <a:ext cx="2482850" cy="5359400"/>
            <a:chOff x="6348413" y="1244600"/>
            <a:chExt cx="2482850" cy="5359400"/>
          </a:xfrm>
        </p:grpSpPr>
        <p:sp>
          <p:nvSpPr>
            <p:cNvPr id="15" name="Rounded Rectangle 14"/>
            <p:cNvSpPr/>
            <p:nvPr/>
          </p:nvSpPr>
          <p:spPr>
            <a:xfrm>
              <a:off x="6550025" y="2322513"/>
              <a:ext cx="2281238" cy="4281487"/>
            </a:xfrm>
            <a:prstGeom prst="roundRect">
              <a:avLst/>
            </a:prstGeom>
            <a:noFill/>
            <a:ln w="1270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nvGrpSpPr>
            <p:cNvPr id="20487" name="Group 26"/>
            <p:cNvGrpSpPr>
              <a:grpSpLocks/>
            </p:cNvGrpSpPr>
            <p:nvPr/>
          </p:nvGrpSpPr>
          <p:grpSpPr bwMode="auto">
            <a:xfrm>
              <a:off x="6902450" y="2922588"/>
              <a:ext cx="1601788" cy="2428875"/>
              <a:chOff x="6901822" y="2922790"/>
              <a:chExt cx="1603131" cy="2429354"/>
            </a:xfrm>
          </p:grpSpPr>
          <p:sp>
            <p:nvSpPr>
              <p:cNvPr id="20493" name="TextBox 3"/>
              <p:cNvSpPr txBox="1">
                <a:spLocks noChangeArrowheads="1"/>
              </p:cNvSpPr>
              <p:nvPr/>
            </p:nvSpPr>
            <p:spPr bwMode="auto">
              <a:xfrm>
                <a:off x="7151566" y="2922790"/>
                <a:ext cx="116931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algn="ctr" eaLnBrk="1" hangingPunct="1"/>
                <a:r>
                  <a:rPr lang="en-US" altLang="en-US" dirty="0"/>
                  <a:t>Remote</a:t>
                </a:r>
                <a:br>
                  <a:rPr lang="en-US" altLang="en-US" dirty="0"/>
                </a:br>
                <a:r>
                  <a:rPr lang="en-US" altLang="en-US" dirty="0"/>
                  <a:t>Repos</a:t>
                </a:r>
              </a:p>
            </p:txBody>
          </p:sp>
          <p:pic>
            <p:nvPicPr>
              <p:cNvPr id="20494" name="Picture 1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990291" y="3746126"/>
                <a:ext cx="1443317"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Rectangle 25"/>
              <p:cNvSpPr/>
              <p:nvPr/>
            </p:nvSpPr>
            <p:spPr>
              <a:xfrm>
                <a:off x="6901822" y="3019646"/>
                <a:ext cx="1603131" cy="2332498"/>
              </a:xfrm>
              <a:prstGeom prst="rect">
                <a:avLst/>
              </a:prstGeom>
              <a:noFill/>
              <a:ln w="1270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pic>
          <p:nvPicPr>
            <p:cNvPr id="20490" name="Picture 35" descr="server-white.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flipH="1">
              <a:off x="6348413" y="1244600"/>
              <a:ext cx="15240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92" name="TextBox 37"/>
            <p:cNvSpPr txBox="1">
              <a:spLocks noChangeArrowheads="1"/>
            </p:cNvSpPr>
            <p:nvPr/>
          </p:nvSpPr>
          <p:spPr bwMode="auto">
            <a:xfrm>
              <a:off x="7375525" y="1835150"/>
              <a:ext cx="12144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r>
                <a:rPr lang="en-US" altLang="en-US" sz="2800"/>
                <a:t>GitHub</a:t>
              </a:r>
            </a:p>
          </p:txBody>
        </p:sp>
      </p:grpSp>
      <p:pic>
        <p:nvPicPr>
          <p:cNvPr id="3" name="Picture 2">
            <a:extLst>
              <a:ext uri="{FF2B5EF4-FFF2-40B4-BE49-F238E27FC236}">
                <a16:creationId xmlns:a16="http://schemas.microsoft.com/office/drawing/2014/main" id="{65A9007E-A549-AF48-A5F6-46F7179A0C43}"/>
              </a:ext>
            </a:extLst>
          </p:cNvPr>
          <p:cNvPicPr>
            <a:picLocks noChangeAspect="1"/>
          </p:cNvPicPr>
          <p:nvPr/>
        </p:nvPicPr>
        <p:blipFill>
          <a:blip r:embed="rId4"/>
          <a:stretch>
            <a:fillRect/>
          </a:stretch>
        </p:blipFill>
        <p:spPr>
          <a:xfrm>
            <a:off x="958467" y="2404414"/>
            <a:ext cx="2281237" cy="1774769"/>
          </a:xfrm>
          <a:prstGeom prst="rect">
            <a:avLst/>
          </a:prstGeom>
        </p:spPr>
      </p:pic>
      <p:pic>
        <p:nvPicPr>
          <p:cNvPr id="25" name="Picture 24">
            <a:extLst>
              <a:ext uri="{FF2B5EF4-FFF2-40B4-BE49-F238E27FC236}">
                <a16:creationId xmlns:a16="http://schemas.microsoft.com/office/drawing/2014/main" id="{14AF7237-2D76-BC45-AFE1-0E2C5433135D}"/>
              </a:ext>
            </a:extLst>
          </p:cNvPr>
          <p:cNvPicPr>
            <a:picLocks noChangeAspect="1"/>
          </p:cNvPicPr>
          <p:nvPr/>
        </p:nvPicPr>
        <p:blipFill>
          <a:blip r:embed="rId5"/>
          <a:stretch>
            <a:fillRect/>
          </a:stretch>
        </p:blipFill>
        <p:spPr>
          <a:xfrm>
            <a:off x="958467" y="4457818"/>
            <a:ext cx="2587573" cy="2013094"/>
          </a:xfrm>
          <a:prstGeom prst="rect">
            <a:avLst/>
          </a:prstGeom>
        </p:spPr>
      </p:pic>
      <p:pic>
        <p:nvPicPr>
          <p:cNvPr id="31" name="Picture 30">
            <a:extLst>
              <a:ext uri="{FF2B5EF4-FFF2-40B4-BE49-F238E27FC236}">
                <a16:creationId xmlns:a16="http://schemas.microsoft.com/office/drawing/2014/main" id="{C4AA3FB8-A096-D74F-80E6-73B4B01C243D}"/>
              </a:ext>
            </a:extLst>
          </p:cNvPr>
          <p:cNvPicPr>
            <a:picLocks noChangeAspect="1"/>
          </p:cNvPicPr>
          <p:nvPr/>
        </p:nvPicPr>
        <p:blipFill>
          <a:blip r:embed="rId6"/>
          <a:stretch>
            <a:fillRect/>
          </a:stretch>
        </p:blipFill>
        <p:spPr>
          <a:xfrm>
            <a:off x="958467" y="196895"/>
            <a:ext cx="2587573" cy="2013094"/>
          </a:xfrm>
          <a:prstGeom prst="rect">
            <a:avLst/>
          </a:prstGeom>
        </p:spPr>
      </p:pic>
      <p:sp>
        <p:nvSpPr>
          <p:cNvPr id="2" name="Arrow: Right 1">
            <a:extLst>
              <a:ext uri="{FF2B5EF4-FFF2-40B4-BE49-F238E27FC236}">
                <a16:creationId xmlns:a16="http://schemas.microsoft.com/office/drawing/2014/main" id="{63AF258D-AF2C-1A96-7DFD-E1CC752A0970}"/>
              </a:ext>
            </a:extLst>
          </p:cNvPr>
          <p:cNvSpPr/>
          <p:nvPr/>
        </p:nvSpPr>
        <p:spPr>
          <a:xfrm>
            <a:off x="2544896" y="1203442"/>
            <a:ext cx="3221359" cy="5238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DEVELOPER 1</a:t>
            </a:r>
          </a:p>
        </p:txBody>
      </p:sp>
      <p:sp>
        <p:nvSpPr>
          <p:cNvPr id="4" name="Arrow: Right 3">
            <a:extLst>
              <a:ext uri="{FF2B5EF4-FFF2-40B4-BE49-F238E27FC236}">
                <a16:creationId xmlns:a16="http://schemas.microsoft.com/office/drawing/2014/main" id="{5514BAEA-D6A7-883B-6040-E814A2ADD1FA}"/>
              </a:ext>
            </a:extLst>
          </p:cNvPr>
          <p:cNvSpPr/>
          <p:nvPr/>
        </p:nvSpPr>
        <p:spPr>
          <a:xfrm>
            <a:off x="2570296" y="3167062"/>
            <a:ext cx="3221359" cy="5238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DEVELOPER 2</a:t>
            </a:r>
          </a:p>
        </p:txBody>
      </p:sp>
      <p:sp>
        <p:nvSpPr>
          <p:cNvPr id="5" name="Arrow: Right 4">
            <a:extLst>
              <a:ext uri="{FF2B5EF4-FFF2-40B4-BE49-F238E27FC236}">
                <a16:creationId xmlns:a16="http://schemas.microsoft.com/office/drawing/2014/main" id="{14CAEC17-35E3-E465-7256-12319750636E}"/>
              </a:ext>
            </a:extLst>
          </p:cNvPr>
          <p:cNvSpPr/>
          <p:nvPr/>
        </p:nvSpPr>
        <p:spPr>
          <a:xfrm>
            <a:off x="2570295" y="5209352"/>
            <a:ext cx="3221359" cy="5238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DEVELOPER 3</a:t>
            </a:r>
          </a:p>
        </p:txBody>
      </p:sp>
    </p:spTree>
    <p:extLst>
      <p:ext uri="{BB962C8B-B14F-4D97-AF65-F5344CB8AC3E}">
        <p14:creationId xmlns:p14="http://schemas.microsoft.com/office/powerpoint/2010/main" val="2364304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31" name="Group 1030">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032" name="Straight Connector 1031">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33" name="Straight Connector 1032">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034"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5"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6" name="Isosceles Triangle 1035">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7"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8"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9"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40" name="Isosceles Triangle 1039">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41" name="Isosceles Triangle 1040">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522B28F2-B945-4072-ACA9-9C5C1914C9DA}"/>
              </a:ext>
            </a:extLst>
          </p:cNvPr>
          <p:cNvSpPr>
            <a:spLocks noGrp="1"/>
          </p:cNvSpPr>
          <p:nvPr>
            <p:ph type="title"/>
          </p:nvPr>
        </p:nvSpPr>
        <p:spPr>
          <a:xfrm>
            <a:off x="1139261" y="5101870"/>
            <a:ext cx="6216024" cy="1096316"/>
          </a:xfrm>
        </p:spPr>
        <p:txBody>
          <a:bodyPr vert="horz" lIns="91440" tIns="45720" rIns="91440" bIns="45720" rtlCol="0" anchor="b">
            <a:normAutofit/>
          </a:bodyPr>
          <a:lstStyle/>
          <a:p>
            <a:pPr algn="ctr"/>
            <a:r>
              <a:rPr lang="en-US" sz="4200" kern="1200" dirty="0">
                <a:solidFill>
                  <a:schemeClr val="accent1"/>
                </a:solidFill>
                <a:latin typeface="+mj-lt"/>
                <a:ea typeface="+mj-ea"/>
                <a:cs typeface="+mj-cs"/>
              </a:rPr>
              <a:t>Types of VCS</a:t>
            </a:r>
          </a:p>
        </p:txBody>
      </p:sp>
      <p:pic>
        <p:nvPicPr>
          <p:cNvPr id="1026" name="Picture 2" descr="Intro to MLOps: Data and Model Versioning - Weights &amp; Biases">
            <a:extLst>
              <a:ext uri="{FF2B5EF4-FFF2-40B4-BE49-F238E27FC236}">
                <a16:creationId xmlns:a16="http://schemas.microsoft.com/office/drawing/2014/main" id="{C840BDF1-BAEA-30FB-9BCA-59D4DB33FE2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073" y="804231"/>
            <a:ext cx="9152692" cy="41092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2458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p:cNvSpPr>
            <a:spLocks noGrp="1"/>
          </p:cNvSpPr>
          <p:nvPr>
            <p:ph type="title"/>
          </p:nvPr>
        </p:nvSpPr>
        <p:spPr/>
        <p:txBody>
          <a:bodyPr/>
          <a:lstStyle/>
          <a:p>
            <a:r>
              <a:rPr lang="en-US" altLang="en-US" dirty="0">
                <a:ea typeface="ＭＳ Ｐゴシック" charset="-128"/>
              </a:rPr>
              <a:t>Repo Organization</a:t>
            </a:r>
          </a:p>
        </p:txBody>
      </p:sp>
      <p:pic>
        <p:nvPicPr>
          <p:cNvPr id="30722"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97000" y="1828800"/>
            <a:ext cx="6350000" cy="318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roup 7"/>
          <p:cNvGrpSpPr>
            <a:grpSpLocks/>
          </p:cNvGrpSpPr>
          <p:nvPr/>
        </p:nvGrpSpPr>
        <p:grpSpPr bwMode="auto">
          <a:xfrm>
            <a:off x="457200" y="1592263"/>
            <a:ext cx="7300913" cy="2195512"/>
            <a:chOff x="457200" y="1592725"/>
            <a:chExt cx="7300843" cy="2195188"/>
          </a:xfrm>
        </p:grpSpPr>
        <p:sp>
          <p:nvSpPr>
            <p:cNvPr id="30725" name="TextBox 3"/>
            <p:cNvSpPr txBox="1">
              <a:spLocks noChangeArrowheads="1"/>
            </p:cNvSpPr>
            <p:nvPr/>
          </p:nvSpPr>
          <p:spPr bwMode="auto">
            <a:xfrm>
              <a:off x="457200" y="1592725"/>
              <a:ext cx="3452191"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algn="ctr" eaLnBrk="1" hangingPunct="1"/>
              <a:r>
                <a:rPr lang="en-US" altLang="en-US" sz="2800">
                  <a:solidFill>
                    <a:srgbClr val="FF00FF"/>
                  </a:solidFill>
                </a:rPr>
                <a:t>Commits (from oldest to newest; hashes as commit IDs)</a:t>
              </a:r>
            </a:p>
          </p:txBody>
        </p:sp>
        <p:sp>
          <p:nvSpPr>
            <p:cNvPr id="5" name="Rounded Rectangle 4"/>
            <p:cNvSpPr/>
            <p:nvPr/>
          </p:nvSpPr>
          <p:spPr>
            <a:xfrm>
              <a:off x="1396991" y="3048247"/>
              <a:ext cx="1606535" cy="739666"/>
            </a:xfrm>
            <a:prstGeom prst="roundRect">
              <a:avLst/>
            </a:prstGeom>
            <a:noFill/>
            <a:ln w="57150" cmpd="sng">
              <a:solidFill>
                <a:srgbClr val="FF00FF"/>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 name="Rounded Rectangle 5"/>
            <p:cNvSpPr/>
            <p:nvPr/>
          </p:nvSpPr>
          <p:spPr>
            <a:xfrm>
              <a:off x="3735357" y="3048247"/>
              <a:ext cx="1606535" cy="739666"/>
            </a:xfrm>
            <a:prstGeom prst="roundRect">
              <a:avLst/>
            </a:prstGeom>
            <a:noFill/>
            <a:ln w="57150" cmpd="sng">
              <a:solidFill>
                <a:srgbClr val="FF00FF"/>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7" name="Rounded Rectangle 6"/>
            <p:cNvSpPr/>
            <p:nvPr/>
          </p:nvSpPr>
          <p:spPr>
            <a:xfrm>
              <a:off x="6151508" y="3048247"/>
              <a:ext cx="1606535" cy="739666"/>
            </a:xfrm>
            <a:prstGeom prst="roundRect">
              <a:avLst/>
            </a:prstGeom>
            <a:noFill/>
            <a:ln w="57150" cmpd="sng">
              <a:solidFill>
                <a:srgbClr val="FF00FF"/>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sp>
        <p:nvSpPr>
          <p:cNvPr id="30724" name="TextBox 16"/>
          <p:cNvSpPr txBox="1">
            <a:spLocks noChangeArrowheads="1"/>
          </p:cNvSpPr>
          <p:nvPr/>
        </p:nvSpPr>
        <p:spPr bwMode="auto">
          <a:xfrm>
            <a:off x="7343775" y="6581775"/>
            <a:ext cx="18002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r>
              <a:rPr lang="en-US" altLang="en-US" sz="1200">
                <a:solidFill>
                  <a:srgbClr val="595959"/>
                </a:solidFill>
              </a:rPr>
              <a:t>http://git-scm.com/book/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p:txBody>
          <a:bodyPr/>
          <a:lstStyle/>
          <a:p>
            <a:r>
              <a:rPr lang="en-US" altLang="en-US" dirty="0">
                <a:ea typeface="ＭＳ Ｐゴシック" charset="-128"/>
              </a:rPr>
              <a:t>Repo Organization</a:t>
            </a:r>
          </a:p>
        </p:txBody>
      </p:sp>
      <p:pic>
        <p:nvPicPr>
          <p:cNvPr id="31746"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97000" y="1828800"/>
            <a:ext cx="6350000" cy="318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Group 15"/>
          <p:cNvGrpSpPr>
            <a:grpSpLocks/>
          </p:cNvGrpSpPr>
          <p:nvPr/>
        </p:nvGrpSpPr>
        <p:grpSpPr bwMode="auto">
          <a:xfrm>
            <a:off x="665163" y="4276725"/>
            <a:ext cx="7092950" cy="1663700"/>
            <a:chOff x="664815" y="4276587"/>
            <a:chExt cx="7093228" cy="1663332"/>
          </a:xfrm>
        </p:grpSpPr>
        <p:sp>
          <p:nvSpPr>
            <p:cNvPr id="31749" name="TextBox 11"/>
            <p:cNvSpPr txBox="1">
              <a:spLocks noChangeArrowheads="1"/>
            </p:cNvSpPr>
            <p:nvPr/>
          </p:nvSpPr>
          <p:spPr bwMode="auto">
            <a:xfrm>
              <a:off x="664815" y="4985812"/>
              <a:ext cx="304579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algn="ctr" eaLnBrk="1" hangingPunct="1"/>
              <a:r>
                <a:rPr lang="en-US" altLang="en-US" sz="2800">
                  <a:solidFill>
                    <a:srgbClr val="FF00FF"/>
                  </a:solidFill>
                </a:rPr>
                <a:t>Snapshot of all files at each commit</a:t>
              </a:r>
            </a:p>
          </p:txBody>
        </p:sp>
        <p:sp>
          <p:nvSpPr>
            <p:cNvPr id="13" name="Rounded Rectangle 12"/>
            <p:cNvSpPr/>
            <p:nvPr/>
          </p:nvSpPr>
          <p:spPr>
            <a:xfrm>
              <a:off x="1396681" y="4276587"/>
              <a:ext cx="1606613" cy="739611"/>
            </a:xfrm>
            <a:prstGeom prst="roundRect">
              <a:avLst/>
            </a:prstGeom>
            <a:noFill/>
            <a:ln w="57150" cmpd="sng">
              <a:solidFill>
                <a:srgbClr val="FF00FF"/>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 name="Rounded Rectangle 13"/>
            <p:cNvSpPr/>
            <p:nvPr/>
          </p:nvSpPr>
          <p:spPr>
            <a:xfrm>
              <a:off x="3735160" y="4276587"/>
              <a:ext cx="1606613" cy="741199"/>
            </a:xfrm>
            <a:prstGeom prst="roundRect">
              <a:avLst/>
            </a:prstGeom>
            <a:noFill/>
            <a:ln w="57150" cmpd="sng">
              <a:solidFill>
                <a:srgbClr val="FF00FF"/>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 name="Rounded Rectangle 14"/>
            <p:cNvSpPr/>
            <p:nvPr/>
          </p:nvSpPr>
          <p:spPr>
            <a:xfrm>
              <a:off x="6151430" y="4276587"/>
              <a:ext cx="1606613" cy="739611"/>
            </a:xfrm>
            <a:prstGeom prst="roundRect">
              <a:avLst/>
            </a:prstGeom>
            <a:noFill/>
            <a:ln w="57150" cmpd="sng">
              <a:solidFill>
                <a:srgbClr val="FF00FF"/>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sp>
        <p:nvSpPr>
          <p:cNvPr id="31748" name="TextBox 16"/>
          <p:cNvSpPr txBox="1">
            <a:spLocks noChangeArrowheads="1"/>
          </p:cNvSpPr>
          <p:nvPr/>
        </p:nvSpPr>
        <p:spPr bwMode="auto">
          <a:xfrm>
            <a:off x="7343775" y="6581775"/>
            <a:ext cx="18002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r>
              <a:rPr lang="en-US" altLang="en-US" sz="1200">
                <a:solidFill>
                  <a:srgbClr val="595959"/>
                </a:solidFill>
              </a:rPr>
              <a:t>http://git-scm.com/book/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p:txBody>
          <a:bodyPr/>
          <a:lstStyle/>
          <a:p>
            <a:r>
              <a:rPr lang="en-US" altLang="en-US" dirty="0">
                <a:ea typeface="ＭＳ Ｐゴシック" charset="-128"/>
              </a:rPr>
              <a:t>Repo Organization</a:t>
            </a:r>
          </a:p>
        </p:txBody>
      </p:sp>
      <p:pic>
        <p:nvPicPr>
          <p:cNvPr id="32770"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97000" y="1828800"/>
            <a:ext cx="6350000" cy="318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 name="Group 10"/>
          <p:cNvGrpSpPr>
            <a:grpSpLocks/>
          </p:cNvGrpSpPr>
          <p:nvPr/>
        </p:nvGrpSpPr>
        <p:grpSpPr bwMode="auto">
          <a:xfrm>
            <a:off x="5397500" y="1250950"/>
            <a:ext cx="3189288" cy="1317625"/>
            <a:chOff x="5397740" y="1250365"/>
            <a:chExt cx="3189673" cy="1318348"/>
          </a:xfrm>
        </p:grpSpPr>
        <p:sp>
          <p:nvSpPr>
            <p:cNvPr id="9" name="Rounded Rectangle 8"/>
            <p:cNvSpPr/>
            <p:nvPr/>
          </p:nvSpPr>
          <p:spPr>
            <a:xfrm>
              <a:off x="6151894" y="1828532"/>
              <a:ext cx="1606744" cy="740181"/>
            </a:xfrm>
            <a:prstGeom prst="roundRect">
              <a:avLst/>
            </a:prstGeom>
            <a:noFill/>
            <a:ln w="57150" cmpd="sng">
              <a:solidFill>
                <a:srgbClr val="FF00FF"/>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2774" name="TextBox 9"/>
            <p:cNvSpPr txBox="1">
              <a:spLocks noChangeArrowheads="1"/>
            </p:cNvSpPr>
            <p:nvPr/>
          </p:nvSpPr>
          <p:spPr bwMode="auto">
            <a:xfrm>
              <a:off x="5397740" y="1250365"/>
              <a:ext cx="318967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algn="ctr" eaLnBrk="1" hangingPunct="1"/>
              <a:r>
                <a:rPr lang="en-US" altLang="en-US" sz="2800" dirty="0">
                  <a:solidFill>
                    <a:srgbClr val="FF00FF"/>
                  </a:solidFill>
                </a:rPr>
                <a:t>Branch (last commit)</a:t>
              </a:r>
            </a:p>
          </p:txBody>
        </p:sp>
      </p:grpSp>
      <p:sp>
        <p:nvSpPr>
          <p:cNvPr id="32772" name="TextBox 16"/>
          <p:cNvSpPr txBox="1">
            <a:spLocks noChangeArrowheads="1"/>
          </p:cNvSpPr>
          <p:nvPr/>
        </p:nvSpPr>
        <p:spPr bwMode="auto">
          <a:xfrm>
            <a:off x="7343775" y="6581775"/>
            <a:ext cx="18002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r>
              <a:rPr lang="en-US" altLang="en-US" sz="1200">
                <a:solidFill>
                  <a:srgbClr val="595959"/>
                </a:solidFill>
              </a:rPr>
              <a:t>http://git-scm.com/book/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a:xfrm>
            <a:off x="457200" y="158605"/>
            <a:ext cx="8229600" cy="1143000"/>
          </a:xfrm>
        </p:spPr>
        <p:txBody>
          <a:bodyPr/>
          <a:lstStyle/>
          <a:p>
            <a:pPr algn="l"/>
            <a:r>
              <a:rPr lang="en-US" altLang="en-US" dirty="0">
                <a:ea typeface="ＭＳ Ｐゴシック" charset="-128"/>
              </a:rPr>
              <a:t>Local repos also have...</a:t>
            </a:r>
          </a:p>
        </p:txBody>
      </p:sp>
      <p:pic>
        <p:nvPicPr>
          <p:cNvPr id="32770"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97000" y="1828800"/>
            <a:ext cx="6350000" cy="318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2" name="TextBox 16"/>
          <p:cNvSpPr txBox="1">
            <a:spLocks noChangeArrowheads="1"/>
          </p:cNvSpPr>
          <p:nvPr/>
        </p:nvSpPr>
        <p:spPr bwMode="auto">
          <a:xfrm>
            <a:off x="7343775" y="6581775"/>
            <a:ext cx="18002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r>
              <a:rPr lang="en-US" altLang="en-US" sz="1200">
                <a:solidFill>
                  <a:srgbClr val="595959"/>
                </a:solidFill>
              </a:rPr>
              <a:t>http://git-scm.com/book/</a:t>
            </a:r>
          </a:p>
        </p:txBody>
      </p:sp>
      <p:grpSp>
        <p:nvGrpSpPr>
          <p:cNvPr id="7" name="Group 6">
            <a:extLst>
              <a:ext uri="{FF2B5EF4-FFF2-40B4-BE49-F238E27FC236}">
                <a16:creationId xmlns:a16="http://schemas.microsoft.com/office/drawing/2014/main" id="{7DFC4279-378D-8546-A7D3-1EF507537870}"/>
              </a:ext>
            </a:extLst>
          </p:cNvPr>
          <p:cNvGrpSpPr/>
          <p:nvPr/>
        </p:nvGrpSpPr>
        <p:grpSpPr>
          <a:xfrm>
            <a:off x="3507829" y="658122"/>
            <a:ext cx="4255871" cy="1384780"/>
            <a:chOff x="3507829" y="658122"/>
            <a:chExt cx="4255871" cy="1384780"/>
          </a:xfrm>
        </p:grpSpPr>
        <p:sp>
          <p:nvSpPr>
            <p:cNvPr id="10" name="Rounded Rectangle 9">
              <a:extLst>
                <a:ext uri="{FF2B5EF4-FFF2-40B4-BE49-F238E27FC236}">
                  <a16:creationId xmlns:a16="http://schemas.microsoft.com/office/drawing/2014/main" id="{197C68B0-CD4E-864D-900B-812A4046BDC6}"/>
                </a:ext>
              </a:extLst>
            </p:cNvPr>
            <p:cNvSpPr/>
            <p:nvPr/>
          </p:nvSpPr>
          <p:spPr bwMode="auto">
            <a:xfrm>
              <a:off x="6157150" y="658122"/>
              <a:ext cx="1606550" cy="739775"/>
            </a:xfrm>
            <a:prstGeom prst="roundRect">
              <a:avLst/>
            </a:prstGeom>
            <a:solidFill>
              <a:schemeClr val="tx1"/>
            </a:solidFill>
            <a:ln w="2540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dirty="0">
                  <a:solidFill>
                    <a:schemeClr val="bg1"/>
                  </a:solidFill>
                </a:rPr>
                <a:t>HEAD</a:t>
              </a:r>
            </a:p>
          </p:txBody>
        </p:sp>
        <p:sp>
          <p:nvSpPr>
            <p:cNvPr id="32774" name="TextBox 9"/>
            <p:cNvSpPr txBox="1">
              <a:spLocks noChangeArrowheads="1"/>
            </p:cNvSpPr>
            <p:nvPr/>
          </p:nvSpPr>
          <p:spPr bwMode="auto">
            <a:xfrm>
              <a:off x="3507829" y="1088795"/>
              <a:ext cx="2781804"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algn="ctr" eaLnBrk="1" hangingPunct="1"/>
              <a:r>
                <a:rPr lang="en-US" altLang="en-US" sz="2800" dirty="0">
                  <a:solidFill>
                    <a:srgbClr val="FF00FF"/>
                  </a:solidFill>
                </a:rPr>
                <a:t>Current Version in Working Dir</a:t>
              </a:r>
            </a:p>
          </p:txBody>
        </p:sp>
        <p:cxnSp>
          <p:nvCxnSpPr>
            <p:cNvPr id="4" name="Straight Arrow Connector 3">
              <a:extLst>
                <a:ext uri="{FF2B5EF4-FFF2-40B4-BE49-F238E27FC236}">
                  <a16:creationId xmlns:a16="http://schemas.microsoft.com/office/drawing/2014/main" id="{CB9E1582-B9EC-6944-9180-3220E20383DA}"/>
                </a:ext>
              </a:extLst>
            </p:cNvPr>
            <p:cNvCxnSpPr>
              <a:cxnSpLocks/>
              <a:stCxn id="10" idx="2"/>
            </p:cNvCxnSpPr>
            <p:nvPr/>
          </p:nvCxnSpPr>
          <p:spPr>
            <a:xfrm>
              <a:off x="6960425" y="1397897"/>
              <a:ext cx="0" cy="499517"/>
            </a:xfrm>
            <a:prstGeom prst="straightConnector1">
              <a:avLst/>
            </a:prstGeom>
            <a:ln w="44450">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66920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0513" y="2322513"/>
            <a:ext cx="4679950" cy="4281487"/>
          </a:xfrm>
          <a:prstGeom prst="roundRect">
            <a:avLst/>
          </a:prstGeom>
          <a:noFill/>
          <a:ln w="1270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pic>
        <p:nvPicPr>
          <p:cNvPr id="28674" name="Picture 5" descr="laptop.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90675" y="1320800"/>
            <a:ext cx="1419225"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TextBox 8"/>
          <p:cNvSpPr txBox="1">
            <a:spLocks noChangeArrowheads="1"/>
          </p:cNvSpPr>
          <p:nvPr/>
        </p:nvSpPr>
        <p:spPr bwMode="auto">
          <a:xfrm>
            <a:off x="2871788" y="1854200"/>
            <a:ext cx="73818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r>
              <a:rPr lang="en-US" altLang="en-US" sz="2800"/>
              <a:t>You</a:t>
            </a:r>
          </a:p>
        </p:txBody>
      </p:sp>
      <p:grpSp>
        <p:nvGrpSpPr>
          <p:cNvPr id="28680" name="Group 29"/>
          <p:cNvGrpSpPr>
            <a:grpSpLocks/>
          </p:cNvGrpSpPr>
          <p:nvPr/>
        </p:nvGrpSpPr>
        <p:grpSpPr bwMode="auto">
          <a:xfrm>
            <a:off x="638175" y="2768600"/>
            <a:ext cx="2328863" cy="3563938"/>
            <a:chOff x="638538" y="2768140"/>
            <a:chExt cx="2328495" cy="3563717"/>
          </a:xfrm>
        </p:grpSpPr>
        <p:cxnSp>
          <p:nvCxnSpPr>
            <p:cNvPr id="15" name="Straight Connector 14"/>
            <p:cNvCxnSpPr/>
            <p:nvPr/>
          </p:nvCxnSpPr>
          <p:spPr>
            <a:xfrm>
              <a:off x="2327371" y="4226963"/>
              <a:ext cx="639662" cy="0"/>
            </a:xfrm>
            <a:prstGeom prst="line">
              <a:avLst/>
            </a:prstGeom>
            <a:ln w="57150" cmpd="sng">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grpSp>
          <p:nvGrpSpPr>
            <p:cNvPr id="28696" name="Group 2"/>
            <p:cNvGrpSpPr>
              <a:grpSpLocks/>
            </p:cNvGrpSpPr>
            <p:nvPr/>
          </p:nvGrpSpPr>
          <p:grpSpPr bwMode="auto">
            <a:xfrm>
              <a:off x="638538" y="2768140"/>
              <a:ext cx="1682071" cy="3563717"/>
              <a:chOff x="638538" y="2768140"/>
              <a:chExt cx="1682071" cy="3563717"/>
            </a:xfrm>
          </p:grpSpPr>
          <p:sp>
            <p:nvSpPr>
              <p:cNvPr id="28697" name="TextBox 2"/>
              <p:cNvSpPr txBox="1">
                <a:spLocks noChangeArrowheads="1"/>
              </p:cNvSpPr>
              <p:nvPr/>
            </p:nvSpPr>
            <p:spPr bwMode="auto">
              <a:xfrm>
                <a:off x="638538" y="2768140"/>
                <a:ext cx="16820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algn="ctr" eaLnBrk="1" hangingPunct="1"/>
                <a:r>
                  <a:rPr lang="en-US" altLang="en-US"/>
                  <a:t>Working Dir</a:t>
                </a:r>
              </a:p>
            </p:txBody>
          </p:sp>
          <p:pic>
            <p:nvPicPr>
              <p:cNvPr id="28698" name="Picture 4"/>
              <p:cNvPicPr>
                <a:picLocks noChangeAspect="1"/>
              </p:cNvPicPr>
              <p:nvPr/>
            </p:nvPicPr>
            <p:blipFill>
              <a:blip r:embed="rId3">
                <a:extLst>
                  <a:ext uri="{28A0092B-C50C-407E-A947-70E740481C1C}">
                    <a14:useLocalDpi xmlns:a14="http://schemas.microsoft.com/office/drawing/2010/main" val="0"/>
                  </a:ext>
                </a:extLst>
              </a:blip>
              <a:srcRect b="93620"/>
              <a:stretch>
                <a:fillRect/>
              </a:stretch>
            </p:blipFill>
            <p:spPr bwMode="auto">
              <a:xfrm>
                <a:off x="693046" y="3245227"/>
                <a:ext cx="1554989" cy="192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8"/>
              <p:cNvSpPr/>
              <p:nvPr/>
            </p:nvSpPr>
            <p:spPr>
              <a:xfrm>
                <a:off x="638538" y="2857034"/>
                <a:ext cx="1682484" cy="3474823"/>
              </a:xfrm>
              <a:prstGeom prst="rect">
                <a:avLst/>
              </a:prstGeom>
              <a:noFill/>
              <a:ln w="1270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pic>
            <p:nvPicPr>
              <p:cNvPr id="28700" name="Picture 4"/>
              <p:cNvPicPr>
                <a:picLocks noChangeAspect="1"/>
              </p:cNvPicPr>
              <p:nvPr/>
            </p:nvPicPr>
            <p:blipFill>
              <a:blip r:embed="rId3">
                <a:extLst>
                  <a:ext uri="{28A0092B-C50C-407E-A947-70E740481C1C}">
                    <a14:useLocalDpi xmlns:a14="http://schemas.microsoft.com/office/drawing/2010/main" val="0"/>
                  </a:ext>
                </a:extLst>
              </a:blip>
              <a:srcRect t="69635" b="24483"/>
              <a:stretch>
                <a:fillRect/>
              </a:stretch>
            </p:blipFill>
            <p:spPr bwMode="auto">
              <a:xfrm>
                <a:off x="693046" y="3428800"/>
                <a:ext cx="1554989"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pic>
        <p:nvPicPr>
          <p:cNvPr id="28681"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3738" y="3244850"/>
            <a:ext cx="1554162"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4" name="Title 1"/>
          <p:cNvSpPr>
            <a:spLocks noGrp="1"/>
          </p:cNvSpPr>
          <p:nvPr>
            <p:ph type="title"/>
          </p:nvPr>
        </p:nvSpPr>
        <p:spPr>
          <a:xfrm>
            <a:off x="290513" y="102042"/>
            <a:ext cx="6347714" cy="1320800"/>
          </a:xfrm>
        </p:spPr>
        <p:txBody>
          <a:bodyPr/>
          <a:lstStyle/>
          <a:p>
            <a:r>
              <a:rPr lang="en-US" altLang="en-US" dirty="0">
                <a:ea typeface="ＭＳ Ｐゴシック" charset="-128"/>
              </a:rPr>
              <a:t>Local Repo Operations</a:t>
            </a:r>
          </a:p>
        </p:txBody>
      </p:sp>
      <p:grpSp>
        <p:nvGrpSpPr>
          <p:cNvPr id="40" name="Group 21"/>
          <p:cNvGrpSpPr>
            <a:grpSpLocks/>
          </p:cNvGrpSpPr>
          <p:nvPr/>
        </p:nvGrpSpPr>
        <p:grpSpPr bwMode="auto">
          <a:xfrm>
            <a:off x="2967038" y="2928938"/>
            <a:ext cx="1603375" cy="2422525"/>
            <a:chOff x="2821496" y="2928262"/>
            <a:chExt cx="1603131" cy="2423882"/>
          </a:xfrm>
        </p:grpSpPr>
        <p:sp>
          <p:nvSpPr>
            <p:cNvPr id="41" name="TextBox 3"/>
            <p:cNvSpPr txBox="1">
              <a:spLocks noChangeArrowheads="1"/>
            </p:cNvSpPr>
            <p:nvPr/>
          </p:nvSpPr>
          <p:spPr bwMode="auto">
            <a:xfrm>
              <a:off x="3149022" y="2928262"/>
              <a:ext cx="94929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algn="ctr" eaLnBrk="1" hangingPunct="1"/>
              <a:r>
                <a:rPr lang="en-US" altLang="en-US"/>
                <a:t>Local</a:t>
              </a:r>
              <a:br>
                <a:rPr lang="en-US" altLang="en-US"/>
              </a:br>
              <a:r>
                <a:rPr lang="en-US" altLang="en-US"/>
                <a:t>Repos</a:t>
              </a:r>
            </a:p>
          </p:txBody>
        </p:sp>
        <p:pic>
          <p:nvPicPr>
            <p:cNvPr id="43"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903317" y="3746127"/>
              <a:ext cx="1443317" cy="1523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 name="Rectangle 43"/>
            <p:cNvSpPr/>
            <p:nvPr/>
          </p:nvSpPr>
          <p:spPr>
            <a:xfrm>
              <a:off x="2821496" y="3018800"/>
              <a:ext cx="1603131" cy="2333344"/>
            </a:xfrm>
            <a:prstGeom prst="rect">
              <a:avLst/>
            </a:prstGeom>
            <a:noFill/>
            <a:ln w="1270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sp>
        <p:nvSpPr>
          <p:cNvPr id="2" name="TextBox 1"/>
          <p:cNvSpPr txBox="1"/>
          <p:nvPr/>
        </p:nvSpPr>
        <p:spPr>
          <a:xfrm>
            <a:off x="5534027" y="2114877"/>
            <a:ext cx="3431843" cy="3108543"/>
          </a:xfrm>
          <a:prstGeom prst="rect">
            <a:avLst/>
          </a:prstGeom>
          <a:noFill/>
        </p:spPr>
        <p:txBody>
          <a:bodyPr wrap="square" rtlCol="0">
            <a:spAutoFit/>
          </a:bodyPr>
          <a:lstStyle/>
          <a:p>
            <a:r>
              <a:rPr lang="en-US" sz="2800" dirty="0"/>
              <a:t>init</a:t>
            </a:r>
          </a:p>
          <a:p>
            <a:r>
              <a:rPr lang="en-US" sz="2800" dirty="0"/>
              <a:t>add/commit</a:t>
            </a:r>
          </a:p>
          <a:p>
            <a:r>
              <a:rPr lang="en-US" sz="2800" dirty="0"/>
              <a:t>log</a:t>
            </a:r>
          </a:p>
          <a:p>
            <a:r>
              <a:rPr lang="en-US" sz="2800" dirty="0"/>
              <a:t>switch/checkout</a:t>
            </a:r>
          </a:p>
          <a:p>
            <a:r>
              <a:rPr lang="en-US" sz="2800" dirty="0"/>
              <a:t>branch</a:t>
            </a:r>
          </a:p>
          <a:p>
            <a:r>
              <a:rPr lang="en-US" sz="2800" dirty="0"/>
              <a:t>merge</a:t>
            </a:r>
          </a:p>
          <a:p>
            <a:endParaRPr lang="en-US" sz="2800" dirty="0"/>
          </a:p>
        </p:txBody>
      </p:sp>
    </p:spTree>
    <p:extLst>
      <p:ext uri="{BB962C8B-B14F-4D97-AF65-F5344CB8AC3E}">
        <p14:creationId xmlns:p14="http://schemas.microsoft.com/office/powerpoint/2010/main" val="637038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a:xfrm>
            <a:off x="457200" y="109538"/>
            <a:ext cx="2784764" cy="1143000"/>
          </a:xfrm>
        </p:spPr>
        <p:txBody>
          <a:bodyPr>
            <a:normAutofit fontScale="90000"/>
          </a:bodyPr>
          <a:lstStyle/>
          <a:p>
            <a:pPr algn="l"/>
            <a:r>
              <a:rPr lang="en-US" altLang="en-US" dirty="0">
                <a:ea typeface="ＭＳ Ｐゴシック" charset="-128"/>
              </a:rPr>
              <a:t>How commit works...</a:t>
            </a:r>
          </a:p>
        </p:txBody>
      </p:sp>
      <p:pic>
        <p:nvPicPr>
          <p:cNvPr id="33794" name="Picture 2"/>
          <p:cNvPicPr>
            <a:picLocks noChangeAspect="1"/>
          </p:cNvPicPr>
          <p:nvPr/>
        </p:nvPicPr>
        <p:blipFill>
          <a:blip r:embed="rId2">
            <a:extLst>
              <a:ext uri="{28A0092B-C50C-407E-A947-70E740481C1C}">
                <a14:useLocalDpi xmlns:a14="http://schemas.microsoft.com/office/drawing/2010/main" val="0"/>
              </a:ext>
            </a:extLst>
          </a:blip>
          <a:srcRect r="38000"/>
          <a:stretch>
            <a:fillRect/>
          </a:stretch>
        </p:blipFill>
        <p:spPr bwMode="auto">
          <a:xfrm>
            <a:off x="1397000" y="2027238"/>
            <a:ext cx="3937000" cy="318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5" name="TextBox 3"/>
          <p:cNvSpPr txBox="1">
            <a:spLocks noChangeArrowheads="1"/>
          </p:cNvSpPr>
          <p:nvPr/>
        </p:nvSpPr>
        <p:spPr bwMode="auto">
          <a:xfrm>
            <a:off x="7343775" y="6581775"/>
            <a:ext cx="18002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r>
              <a:rPr lang="en-US" altLang="en-US" sz="1200">
                <a:solidFill>
                  <a:srgbClr val="595959"/>
                </a:solidFill>
              </a:rPr>
              <a:t>http://git-scm.com/book/</a:t>
            </a:r>
          </a:p>
        </p:txBody>
      </p:sp>
      <p:grpSp>
        <p:nvGrpSpPr>
          <p:cNvPr id="3" name="Group 2">
            <a:extLst>
              <a:ext uri="{FF2B5EF4-FFF2-40B4-BE49-F238E27FC236}">
                <a16:creationId xmlns:a16="http://schemas.microsoft.com/office/drawing/2014/main" id="{CDE0C431-991A-A340-AB52-F08A6E2850CB}"/>
              </a:ext>
            </a:extLst>
          </p:cNvPr>
          <p:cNvGrpSpPr/>
          <p:nvPr/>
        </p:nvGrpSpPr>
        <p:grpSpPr>
          <a:xfrm>
            <a:off x="3751263" y="207650"/>
            <a:ext cx="1606550" cy="3064188"/>
            <a:chOff x="3751263" y="207650"/>
            <a:chExt cx="1606550" cy="3064188"/>
          </a:xfrm>
        </p:grpSpPr>
        <p:grpSp>
          <p:nvGrpSpPr>
            <p:cNvPr id="33796" name="Group 9"/>
            <p:cNvGrpSpPr>
              <a:grpSpLocks/>
            </p:cNvGrpSpPr>
            <p:nvPr/>
          </p:nvGrpSpPr>
          <p:grpSpPr bwMode="auto">
            <a:xfrm>
              <a:off x="3751263" y="207650"/>
              <a:ext cx="1582737" cy="3064188"/>
              <a:chOff x="3751470" y="208307"/>
              <a:chExt cx="1582530" cy="3062772"/>
            </a:xfrm>
          </p:grpSpPr>
          <p:pic>
            <p:nvPicPr>
              <p:cNvPr id="33797" name="Picture 4"/>
              <p:cNvPicPr>
                <a:picLocks noChangeAspect="1"/>
              </p:cNvPicPr>
              <p:nvPr/>
            </p:nvPicPr>
            <p:blipFill>
              <a:blip r:embed="rId2">
                <a:extLst>
                  <a:ext uri="{28A0092B-C50C-407E-A947-70E740481C1C}">
                    <a14:useLocalDpi xmlns:a14="http://schemas.microsoft.com/office/drawing/2010/main" val="0"/>
                  </a:ext>
                </a:extLst>
              </a:blip>
              <a:srcRect l="75078" b="60991"/>
              <a:stretch>
                <a:fillRect/>
              </a:stretch>
            </p:blipFill>
            <p:spPr bwMode="auto">
              <a:xfrm>
                <a:off x="3751470" y="2027583"/>
                <a:ext cx="1582530" cy="1243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8" name="TextBox 6"/>
              <p:cNvSpPr txBox="1">
                <a:spLocks noChangeArrowheads="1"/>
              </p:cNvSpPr>
              <p:nvPr/>
            </p:nvSpPr>
            <p:spPr bwMode="auto">
              <a:xfrm>
                <a:off x="3973929" y="208307"/>
                <a:ext cx="116142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algn="ctr" eaLnBrk="1" hangingPunct="1"/>
                <a:r>
                  <a:rPr lang="en-US" altLang="en-US" sz="2800" dirty="0">
                    <a:solidFill>
                      <a:srgbClr val="FF00FF"/>
                    </a:solidFill>
                  </a:rPr>
                  <a:t>Before</a:t>
                </a:r>
              </a:p>
            </p:txBody>
          </p:sp>
        </p:grpSp>
        <p:grpSp>
          <p:nvGrpSpPr>
            <p:cNvPr id="2" name="Group 1">
              <a:extLst>
                <a:ext uri="{FF2B5EF4-FFF2-40B4-BE49-F238E27FC236}">
                  <a16:creationId xmlns:a16="http://schemas.microsoft.com/office/drawing/2014/main" id="{C1D2DF19-42B9-DD4A-9DB7-71E82C3CE144}"/>
                </a:ext>
              </a:extLst>
            </p:cNvPr>
            <p:cNvGrpSpPr/>
            <p:nvPr/>
          </p:nvGrpSpPr>
          <p:grpSpPr>
            <a:xfrm>
              <a:off x="3751263" y="804233"/>
              <a:ext cx="1606550" cy="1239292"/>
              <a:chOff x="6157150" y="658122"/>
              <a:chExt cx="1606550" cy="1239292"/>
            </a:xfrm>
          </p:grpSpPr>
          <p:sp>
            <p:nvSpPr>
              <p:cNvPr id="8" name="Rounded Rectangle 7">
                <a:extLst>
                  <a:ext uri="{FF2B5EF4-FFF2-40B4-BE49-F238E27FC236}">
                    <a16:creationId xmlns:a16="http://schemas.microsoft.com/office/drawing/2014/main" id="{8E704D75-B551-F547-B912-7E3FA19E04DF}"/>
                  </a:ext>
                </a:extLst>
              </p:cNvPr>
              <p:cNvSpPr/>
              <p:nvPr/>
            </p:nvSpPr>
            <p:spPr bwMode="auto">
              <a:xfrm>
                <a:off x="6157150" y="658122"/>
                <a:ext cx="1606550" cy="739775"/>
              </a:xfrm>
              <a:prstGeom prst="roundRect">
                <a:avLst/>
              </a:prstGeom>
              <a:solidFill>
                <a:schemeClr val="tx1"/>
              </a:solidFill>
              <a:ln w="2540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dirty="0">
                    <a:solidFill>
                      <a:schemeClr val="bg1"/>
                    </a:solidFill>
                  </a:rPr>
                  <a:t>HEAD</a:t>
                </a:r>
              </a:p>
            </p:txBody>
          </p:sp>
          <p:cxnSp>
            <p:nvCxnSpPr>
              <p:cNvPr id="9" name="Straight Arrow Connector 8">
                <a:extLst>
                  <a:ext uri="{FF2B5EF4-FFF2-40B4-BE49-F238E27FC236}">
                    <a16:creationId xmlns:a16="http://schemas.microsoft.com/office/drawing/2014/main" id="{04768504-8EBD-D047-9BC3-53FFE60341CB}"/>
                  </a:ext>
                </a:extLst>
              </p:cNvPr>
              <p:cNvCxnSpPr>
                <a:cxnSpLocks/>
                <a:stCxn id="8" idx="2"/>
              </p:cNvCxnSpPr>
              <p:nvPr/>
            </p:nvCxnSpPr>
            <p:spPr>
              <a:xfrm>
                <a:off x="6960425" y="1397897"/>
                <a:ext cx="0" cy="499517"/>
              </a:xfrm>
              <a:prstGeom prst="straightConnector1">
                <a:avLst/>
              </a:prstGeom>
              <a:ln w="44450">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a:xfrm>
            <a:off x="457200" y="109538"/>
            <a:ext cx="2606634" cy="1143000"/>
          </a:xfrm>
        </p:spPr>
        <p:txBody>
          <a:bodyPr>
            <a:normAutofit fontScale="90000"/>
          </a:bodyPr>
          <a:lstStyle/>
          <a:p>
            <a:pPr algn="l"/>
            <a:r>
              <a:rPr lang="en-US" altLang="en-US" dirty="0">
                <a:ea typeface="ＭＳ Ｐゴシック" charset="-128"/>
              </a:rPr>
              <a:t>How commit works...</a:t>
            </a:r>
          </a:p>
        </p:txBody>
      </p:sp>
      <p:pic>
        <p:nvPicPr>
          <p:cNvPr id="34818" name="Picture 2"/>
          <p:cNvPicPr>
            <a:picLocks noChangeAspect="1"/>
          </p:cNvPicPr>
          <p:nvPr/>
        </p:nvPicPr>
        <p:blipFill>
          <a:blip r:embed="rId2">
            <a:extLst>
              <a:ext uri="{28A0092B-C50C-407E-A947-70E740481C1C}">
                <a14:useLocalDpi xmlns:a14="http://schemas.microsoft.com/office/drawing/2010/main" val="0"/>
              </a:ext>
            </a:extLst>
          </a:blip>
          <a:srcRect r="38000"/>
          <a:stretch>
            <a:fillRect/>
          </a:stretch>
        </p:blipFill>
        <p:spPr bwMode="auto">
          <a:xfrm>
            <a:off x="1397000" y="2027238"/>
            <a:ext cx="3937000" cy="318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9" name="TextBox 3"/>
          <p:cNvSpPr txBox="1">
            <a:spLocks noChangeArrowheads="1"/>
          </p:cNvSpPr>
          <p:nvPr/>
        </p:nvSpPr>
        <p:spPr bwMode="auto">
          <a:xfrm>
            <a:off x="7343775" y="6581775"/>
            <a:ext cx="18002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r>
              <a:rPr lang="en-US" altLang="en-US" sz="1200">
                <a:solidFill>
                  <a:srgbClr val="595959"/>
                </a:solidFill>
              </a:rPr>
              <a:t>http://git-scm.com/book/</a:t>
            </a:r>
          </a:p>
        </p:txBody>
      </p:sp>
      <p:pic>
        <p:nvPicPr>
          <p:cNvPr id="34821" name="Picture 5"/>
          <p:cNvPicPr>
            <a:picLocks noChangeAspect="1"/>
          </p:cNvPicPr>
          <p:nvPr/>
        </p:nvPicPr>
        <p:blipFill rotWithShape="1">
          <a:blip r:embed="rId2">
            <a:extLst>
              <a:ext uri="{28A0092B-C50C-407E-A947-70E740481C1C}">
                <a14:useLocalDpi xmlns:a14="http://schemas.microsoft.com/office/drawing/2010/main" val="0"/>
              </a:ext>
            </a:extLst>
          </a:blip>
          <a:srcRect l="61896" t="39045"/>
          <a:stretch/>
        </p:blipFill>
        <p:spPr bwMode="auto">
          <a:xfrm>
            <a:off x="5334000" y="3271652"/>
            <a:ext cx="2419350" cy="1943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2" name="TextBox 7"/>
          <p:cNvSpPr txBox="1">
            <a:spLocks noChangeArrowheads="1"/>
          </p:cNvSpPr>
          <p:nvPr/>
        </p:nvSpPr>
        <p:spPr bwMode="auto">
          <a:xfrm>
            <a:off x="6496171" y="266518"/>
            <a:ext cx="917258" cy="523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algn="ctr" eaLnBrk="1" hangingPunct="1"/>
            <a:r>
              <a:rPr lang="en-US" altLang="en-US" sz="2800" dirty="0">
                <a:solidFill>
                  <a:srgbClr val="FF00FF"/>
                </a:solidFill>
              </a:rPr>
              <a:t>After</a:t>
            </a:r>
          </a:p>
        </p:txBody>
      </p:sp>
      <p:grpSp>
        <p:nvGrpSpPr>
          <p:cNvPr id="2" name="Group 1">
            <a:extLst>
              <a:ext uri="{FF2B5EF4-FFF2-40B4-BE49-F238E27FC236}">
                <a16:creationId xmlns:a16="http://schemas.microsoft.com/office/drawing/2014/main" id="{E764C622-F763-1E4D-8010-708E1B4082B6}"/>
              </a:ext>
            </a:extLst>
          </p:cNvPr>
          <p:cNvGrpSpPr/>
          <p:nvPr/>
        </p:nvGrpSpPr>
        <p:grpSpPr>
          <a:xfrm>
            <a:off x="3736396" y="804233"/>
            <a:ext cx="1621417" cy="2467419"/>
            <a:chOff x="3736396" y="804233"/>
            <a:chExt cx="1621417" cy="2467419"/>
          </a:xfrm>
        </p:grpSpPr>
        <p:pic>
          <p:nvPicPr>
            <p:cNvPr id="8" name="Picture 5"/>
            <p:cNvPicPr>
              <a:picLocks noChangeAspect="1"/>
            </p:cNvPicPr>
            <p:nvPr/>
          </p:nvPicPr>
          <p:blipFill rotWithShape="1">
            <a:blip r:embed="rId2">
              <a:extLst>
                <a:ext uri="{28A0092B-C50C-407E-A947-70E740481C1C}">
                  <a14:useLocalDpi xmlns:a14="http://schemas.microsoft.com/office/drawing/2010/main" val="0"/>
                </a:ext>
              </a:extLst>
            </a:blip>
            <a:srcRect l="74801" b="60893"/>
            <a:stretch/>
          </p:blipFill>
          <p:spPr bwMode="auto">
            <a:xfrm>
              <a:off x="3736396" y="2024907"/>
              <a:ext cx="1599952" cy="1246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ounded Rectangle 8">
              <a:extLst>
                <a:ext uri="{FF2B5EF4-FFF2-40B4-BE49-F238E27FC236}">
                  <a16:creationId xmlns:a16="http://schemas.microsoft.com/office/drawing/2014/main" id="{93C8E257-74FC-5C4E-8FD1-5CE39D5FA408}"/>
                </a:ext>
              </a:extLst>
            </p:cNvPr>
            <p:cNvSpPr/>
            <p:nvPr/>
          </p:nvSpPr>
          <p:spPr bwMode="auto">
            <a:xfrm>
              <a:off x="3751263" y="804233"/>
              <a:ext cx="1606550" cy="739775"/>
            </a:xfrm>
            <a:prstGeom prst="roundRect">
              <a:avLst/>
            </a:prstGeom>
            <a:solidFill>
              <a:schemeClr val="tx1"/>
            </a:solidFill>
            <a:ln w="2540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dirty="0">
                  <a:solidFill>
                    <a:schemeClr val="bg1"/>
                  </a:solidFill>
                </a:rPr>
                <a:t>HEAD</a:t>
              </a:r>
            </a:p>
          </p:txBody>
        </p:sp>
        <p:cxnSp>
          <p:nvCxnSpPr>
            <p:cNvPr id="10" name="Straight Arrow Connector 9">
              <a:extLst>
                <a:ext uri="{FF2B5EF4-FFF2-40B4-BE49-F238E27FC236}">
                  <a16:creationId xmlns:a16="http://schemas.microsoft.com/office/drawing/2014/main" id="{820E97F4-3D19-CD4B-86A9-1978065E3BEA}"/>
                </a:ext>
              </a:extLst>
            </p:cNvPr>
            <p:cNvCxnSpPr>
              <a:cxnSpLocks/>
              <a:stCxn id="9" idx="2"/>
            </p:cNvCxnSpPr>
            <p:nvPr/>
          </p:nvCxnSpPr>
          <p:spPr>
            <a:xfrm>
              <a:off x="4554538" y="1544008"/>
              <a:ext cx="0" cy="499517"/>
            </a:xfrm>
            <a:prstGeom prst="straightConnector1">
              <a:avLst/>
            </a:prstGeom>
            <a:ln w="44450">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3165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4821"/>
                                        </p:tgtEl>
                                        <p:attrNameLst>
                                          <p:attrName>style.visibility</p:attrName>
                                        </p:attrNameLst>
                                      </p:cBhvr>
                                      <p:to>
                                        <p:strVal val="visible"/>
                                      </p:to>
                                    </p:set>
                                    <p:animEffect transition="in" filter="wipe(left)">
                                      <p:cBhvr>
                                        <p:cTn id="7" dur="500"/>
                                        <p:tgtEl>
                                          <p:spTgt spid="34821"/>
                                        </p:tgtEl>
                                      </p:cBhvr>
                                    </p:animEffec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nodeType="clickEffect">
                                  <p:stCondLst>
                                    <p:cond delay="0"/>
                                  </p:stCondLst>
                                  <p:childTnLst>
                                    <p:animMotion origin="layout" path="M -2.77778E-7 -1.85185E-6 L 0.2625 -0.00162 " pathEditMode="relative" rAng="0" ptsTypes="AA">
                                      <p:cBhvr>
                                        <p:cTn id="11" dur="2000" fill="hold"/>
                                        <p:tgtEl>
                                          <p:spTgt spid="2"/>
                                        </p:tgtEl>
                                        <p:attrNameLst>
                                          <p:attrName>ppt_x</p:attrName>
                                          <p:attrName>ppt_y</p:attrName>
                                        </p:attrNameLst>
                                      </p:cBhvr>
                                      <p:rCtr x="1307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p:txBody>
          <a:bodyPr/>
          <a:lstStyle/>
          <a:p>
            <a:r>
              <a:rPr lang="en-US" altLang="en-US" dirty="0">
                <a:ea typeface="ＭＳ Ｐゴシック" charset="-128"/>
              </a:rPr>
              <a:t>Remote Repo Operations</a:t>
            </a:r>
          </a:p>
        </p:txBody>
      </p:sp>
      <p:sp>
        <p:nvSpPr>
          <p:cNvPr id="8" name="Rounded Rectangle 7"/>
          <p:cNvSpPr/>
          <p:nvPr/>
        </p:nvSpPr>
        <p:spPr>
          <a:xfrm>
            <a:off x="252557" y="2058825"/>
            <a:ext cx="4679950" cy="4281487"/>
          </a:xfrm>
          <a:prstGeom prst="roundRect">
            <a:avLst/>
          </a:prstGeom>
          <a:noFill/>
          <a:ln w="1270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 name="Rounded Rectangle 14"/>
          <p:cNvSpPr/>
          <p:nvPr/>
        </p:nvSpPr>
        <p:spPr>
          <a:xfrm>
            <a:off x="5692671" y="2058825"/>
            <a:ext cx="2281238" cy="4281487"/>
          </a:xfrm>
          <a:prstGeom prst="roundRect">
            <a:avLst/>
          </a:prstGeom>
          <a:noFill/>
          <a:ln w="1270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1" name="Straight Connector 10"/>
          <p:cNvCxnSpPr/>
          <p:nvPr/>
        </p:nvCxnSpPr>
        <p:spPr>
          <a:xfrm>
            <a:off x="2289319" y="3963825"/>
            <a:ext cx="639763" cy="0"/>
          </a:xfrm>
          <a:prstGeom prst="line">
            <a:avLst/>
          </a:prstGeom>
          <a:ln w="57150" cmpd="sng">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grpSp>
        <p:nvGrpSpPr>
          <p:cNvPr id="20485" name="Group 22"/>
          <p:cNvGrpSpPr>
            <a:grpSpLocks/>
          </p:cNvGrpSpPr>
          <p:nvPr/>
        </p:nvGrpSpPr>
        <p:grpSpPr bwMode="auto">
          <a:xfrm>
            <a:off x="600219" y="2504912"/>
            <a:ext cx="1682750" cy="3563938"/>
            <a:chOff x="493402" y="2768140"/>
            <a:chExt cx="1682071" cy="3563717"/>
          </a:xfrm>
        </p:grpSpPr>
        <p:sp>
          <p:nvSpPr>
            <p:cNvPr id="20499" name="TextBox 2"/>
            <p:cNvSpPr txBox="1">
              <a:spLocks noChangeArrowheads="1"/>
            </p:cNvSpPr>
            <p:nvPr/>
          </p:nvSpPr>
          <p:spPr bwMode="auto">
            <a:xfrm>
              <a:off x="493402" y="2768140"/>
              <a:ext cx="16820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algn="ctr" eaLnBrk="1" hangingPunct="1"/>
              <a:r>
                <a:rPr lang="en-US" altLang="en-US"/>
                <a:t>Working Dir</a:t>
              </a:r>
            </a:p>
          </p:txBody>
        </p:sp>
        <p:pic>
          <p:nvPicPr>
            <p:cNvPr id="20500"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7910" y="3245227"/>
              <a:ext cx="1554989" cy="3023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8"/>
            <p:cNvSpPr/>
            <p:nvPr/>
          </p:nvSpPr>
          <p:spPr>
            <a:xfrm>
              <a:off x="493402" y="2857034"/>
              <a:ext cx="1682071" cy="3474823"/>
            </a:xfrm>
            <a:prstGeom prst="rect">
              <a:avLst/>
            </a:prstGeom>
            <a:noFill/>
            <a:ln w="1270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20486" name="Group 21"/>
          <p:cNvGrpSpPr>
            <a:grpSpLocks/>
          </p:cNvGrpSpPr>
          <p:nvPr/>
        </p:nvGrpSpPr>
        <p:grpSpPr bwMode="auto">
          <a:xfrm>
            <a:off x="2929082" y="2665250"/>
            <a:ext cx="1603375" cy="2422525"/>
            <a:chOff x="2821496" y="2928262"/>
            <a:chExt cx="1603131" cy="2423882"/>
          </a:xfrm>
        </p:grpSpPr>
        <p:sp>
          <p:nvSpPr>
            <p:cNvPr id="20496" name="TextBox 3"/>
            <p:cNvSpPr txBox="1">
              <a:spLocks noChangeArrowheads="1"/>
            </p:cNvSpPr>
            <p:nvPr/>
          </p:nvSpPr>
          <p:spPr bwMode="auto">
            <a:xfrm>
              <a:off x="3149022" y="2928262"/>
              <a:ext cx="94929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algn="ctr" eaLnBrk="1" hangingPunct="1"/>
              <a:r>
                <a:rPr lang="en-US" altLang="en-US" dirty="0"/>
                <a:t>Local</a:t>
              </a:r>
              <a:br>
                <a:rPr lang="en-US" altLang="en-US" dirty="0"/>
              </a:br>
              <a:r>
                <a:rPr lang="en-US" altLang="en-US" dirty="0"/>
                <a:t>Repos</a:t>
              </a:r>
            </a:p>
          </p:txBody>
        </p:sp>
        <p:pic>
          <p:nvPicPr>
            <p:cNvPr id="20497"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03317" y="3746127"/>
              <a:ext cx="1443317" cy="1523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Rectangle 23"/>
            <p:cNvSpPr/>
            <p:nvPr/>
          </p:nvSpPr>
          <p:spPr>
            <a:xfrm>
              <a:off x="2821496" y="3018800"/>
              <a:ext cx="1603131" cy="2333344"/>
            </a:xfrm>
            <a:prstGeom prst="rect">
              <a:avLst/>
            </a:prstGeom>
            <a:noFill/>
            <a:ln w="1270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20487" name="Group 26"/>
          <p:cNvGrpSpPr>
            <a:grpSpLocks/>
          </p:cNvGrpSpPr>
          <p:nvPr/>
        </p:nvGrpSpPr>
        <p:grpSpPr bwMode="auto">
          <a:xfrm>
            <a:off x="6045096" y="2658900"/>
            <a:ext cx="1601788" cy="2428875"/>
            <a:chOff x="6901822" y="2922790"/>
            <a:chExt cx="1603131" cy="2429354"/>
          </a:xfrm>
        </p:grpSpPr>
        <p:sp>
          <p:nvSpPr>
            <p:cNvPr id="20493" name="TextBox 3"/>
            <p:cNvSpPr txBox="1">
              <a:spLocks noChangeArrowheads="1"/>
            </p:cNvSpPr>
            <p:nvPr/>
          </p:nvSpPr>
          <p:spPr bwMode="auto">
            <a:xfrm>
              <a:off x="7151566" y="2922790"/>
              <a:ext cx="116931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algn="ctr" eaLnBrk="1" hangingPunct="1"/>
              <a:r>
                <a:rPr lang="en-US" altLang="en-US"/>
                <a:t>Remote</a:t>
              </a:r>
              <a:br>
                <a:rPr lang="en-US" altLang="en-US"/>
              </a:br>
              <a:r>
                <a:rPr lang="en-US" altLang="en-US"/>
                <a:t>Repos</a:t>
              </a:r>
            </a:p>
          </p:txBody>
        </p:sp>
        <p:pic>
          <p:nvPicPr>
            <p:cNvPr id="20494" name="Picture 1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90291" y="3746126"/>
              <a:ext cx="1443317"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Rectangle 25"/>
            <p:cNvSpPr/>
            <p:nvPr/>
          </p:nvSpPr>
          <p:spPr>
            <a:xfrm>
              <a:off x="6901822" y="3019646"/>
              <a:ext cx="1603131" cy="2332498"/>
            </a:xfrm>
            <a:prstGeom prst="rect">
              <a:avLst/>
            </a:prstGeom>
            <a:noFill/>
            <a:ln w="1270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cxnSp>
        <p:nvCxnSpPr>
          <p:cNvPr id="30" name="Straight Connector 29"/>
          <p:cNvCxnSpPr>
            <a:cxnSpLocks/>
          </p:cNvCxnSpPr>
          <p:nvPr/>
        </p:nvCxnSpPr>
        <p:spPr>
          <a:xfrm>
            <a:off x="4561032" y="3960650"/>
            <a:ext cx="1484064" cy="0"/>
          </a:xfrm>
          <a:prstGeom prst="line">
            <a:avLst/>
          </a:prstGeom>
          <a:ln w="57150" cmpd="sng">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pic>
        <p:nvPicPr>
          <p:cNvPr id="20489" name="Picture 34" descr="laptop.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648575" y="1210632"/>
            <a:ext cx="1419225"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0" name="Picture 35" descr="server-white.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flipH="1">
            <a:off x="5494178" y="1086482"/>
            <a:ext cx="15240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91" name="TextBox 36"/>
          <p:cNvSpPr txBox="1">
            <a:spLocks noChangeArrowheads="1"/>
          </p:cNvSpPr>
          <p:nvPr/>
        </p:nvSpPr>
        <p:spPr bwMode="auto">
          <a:xfrm>
            <a:off x="3855105" y="1590512"/>
            <a:ext cx="73818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r>
              <a:rPr lang="en-US" altLang="en-US" sz="2800"/>
              <a:t>You</a:t>
            </a:r>
          </a:p>
        </p:txBody>
      </p:sp>
      <p:sp>
        <p:nvSpPr>
          <p:cNvPr id="20492" name="TextBox 37"/>
          <p:cNvSpPr txBox="1">
            <a:spLocks noChangeArrowheads="1"/>
          </p:cNvSpPr>
          <p:nvPr/>
        </p:nvSpPr>
        <p:spPr bwMode="auto">
          <a:xfrm>
            <a:off x="6518171" y="1571462"/>
            <a:ext cx="12144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r>
              <a:rPr lang="en-US" altLang="en-US" sz="2800"/>
              <a:t>GitHub</a:t>
            </a:r>
          </a:p>
        </p:txBody>
      </p:sp>
      <p:sp>
        <p:nvSpPr>
          <p:cNvPr id="28" name="TextBox 27">
            <a:extLst>
              <a:ext uri="{FF2B5EF4-FFF2-40B4-BE49-F238E27FC236}">
                <a16:creationId xmlns:a16="http://schemas.microsoft.com/office/drawing/2014/main" id="{05D376B9-E348-F94D-85BC-6346EBC2E629}"/>
              </a:ext>
            </a:extLst>
          </p:cNvPr>
          <p:cNvSpPr txBox="1"/>
          <p:nvPr/>
        </p:nvSpPr>
        <p:spPr>
          <a:xfrm>
            <a:off x="8148325" y="2957557"/>
            <a:ext cx="1723366" cy="1631216"/>
          </a:xfrm>
          <a:prstGeom prst="rect">
            <a:avLst/>
          </a:prstGeom>
          <a:noFill/>
        </p:spPr>
        <p:txBody>
          <a:bodyPr wrap="square" rtlCol="0">
            <a:spAutoFit/>
          </a:bodyPr>
          <a:lstStyle/>
          <a:p>
            <a:r>
              <a:rPr lang="en-US" sz="2000" dirty="0"/>
              <a:t>clone</a:t>
            </a:r>
          </a:p>
          <a:p>
            <a:r>
              <a:rPr lang="en-US" sz="2000" dirty="0"/>
              <a:t>push</a:t>
            </a:r>
          </a:p>
          <a:p>
            <a:r>
              <a:rPr lang="en-US" sz="2000" dirty="0"/>
              <a:t>pull</a:t>
            </a:r>
          </a:p>
          <a:p>
            <a:r>
              <a:rPr lang="en-US" sz="2000" dirty="0"/>
              <a:t>fetch</a:t>
            </a:r>
          </a:p>
          <a:p>
            <a:r>
              <a:rPr lang="en-US" sz="2000" dirty="0"/>
              <a:t>remote</a:t>
            </a:r>
          </a:p>
        </p:txBody>
      </p:sp>
    </p:spTree>
    <p:extLst>
      <p:ext uri="{BB962C8B-B14F-4D97-AF65-F5344CB8AC3E}">
        <p14:creationId xmlns:p14="http://schemas.microsoft.com/office/powerpoint/2010/main" val="424532557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9d258917-277f-42cd-a3cd-14c4e9ee58bc}" enabled="1" method="Standard" siteId="{38ae3bcd-9579-4fd4-adda-b42e1495d55a}" contentBits="0" removed="0"/>
</clbl:labelList>
</file>

<file path=docProps/app.xml><?xml version="1.0" encoding="utf-8"?>
<Properties xmlns="http://schemas.openxmlformats.org/officeDocument/2006/extended-properties" xmlns:vt="http://schemas.openxmlformats.org/officeDocument/2006/docPropsVTypes">
  <Template>Facet</Template>
  <TotalTime>9293</TotalTime>
  <Words>334</Words>
  <Application>Microsoft Office PowerPoint</Application>
  <PresentationFormat>On-screen Show (4:3)</PresentationFormat>
  <Paragraphs>82</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lufga-regular</vt:lpstr>
      <vt:lpstr>Trebuchet MS</vt:lpstr>
      <vt:lpstr>Wingdings 3</vt:lpstr>
      <vt:lpstr>Facet</vt:lpstr>
      <vt:lpstr>Welcome !</vt:lpstr>
      <vt:lpstr>Course : DevOps with cloud computing (AWS)  Introduction to Git</vt:lpstr>
      <vt:lpstr>PowerPoint Presentation</vt:lpstr>
      <vt:lpstr>Version Control  Why track/manage different versions of code?</vt:lpstr>
      <vt:lpstr>Version Control Systems (VCSs)</vt:lpstr>
      <vt:lpstr>Version Control Hosting Services</vt:lpstr>
      <vt:lpstr>What is Git?</vt:lpstr>
      <vt:lpstr>Git and GitHub</vt:lpstr>
      <vt:lpstr>PowerPoint Presentation</vt:lpstr>
      <vt:lpstr>Types of VCS</vt:lpstr>
      <vt:lpstr>Repo Organization</vt:lpstr>
      <vt:lpstr>Repo Organization</vt:lpstr>
      <vt:lpstr>Repo Organization</vt:lpstr>
      <vt:lpstr>Local repos also have...</vt:lpstr>
      <vt:lpstr>Local Repo Operations</vt:lpstr>
      <vt:lpstr>How commit works...</vt:lpstr>
      <vt:lpstr>How commit works...</vt:lpstr>
      <vt:lpstr>Remote Repo Operations</vt:lpstr>
    </vt:vector>
  </TitlesOfParts>
  <Company>Oregon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Scott Fleming</dc:creator>
  <cp:lastModifiedBy>Dive, Niranjan (ADV D IN MO PS DOC)</cp:lastModifiedBy>
  <cp:revision>328</cp:revision>
  <dcterms:created xsi:type="dcterms:W3CDTF">2011-01-26T19:04:03Z</dcterms:created>
  <dcterms:modified xsi:type="dcterms:W3CDTF">2024-01-23T02:36:26Z</dcterms:modified>
</cp:coreProperties>
</file>